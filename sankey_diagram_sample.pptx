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20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984C78-2173-CCB0-58B2-ABD9C13A7A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5413656-2678-6FAC-46D1-85B19CDF5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4F6F45A-4E3C-EAAA-B685-880503435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858EF-8FDC-42F3-A195-39B3C860FD94}" type="datetimeFigureOut">
              <a:rPr kumimoji="1" lang="ja-JP" altLang="en-US" smtClean="0"/>
              <a:t>2025/12/7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5E1482-F49D-3070-FFDA-9D39EB71D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62F729-A5CF-E6C4-C87A-77B7F5CC0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3BF5-01CB-4B7A-B1A3-CE62B110C2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1276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373F33D-7CBF-3D01-635A-12113A1D2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82F3AFE-15E8-C666-2B7E-0090FF663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6DA4B16-67C8-0CF3-1B13-5343F445CA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0858EF-8FDC-42F3-A195-39B3C860FD94}" type="datetimeFigureOut">
              <a:rPr kumimoji="1" lang="ja-JP" altLang="en-US" smtClean="0"/>
              <a:t>2025/12/7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C056F4-A9B1-56ED-DF09-E1E16D4101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A23E79-9769-EA7A-A1B4-E7F6ECEB87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233BF5-01CB-4B7A-B1A3-CE62B110C2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9906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正方形/長方形 3">
            <a:extLst>
              <a:ext uri="{FF2B5EF4-FFF2-40B4-BE49-F238E27FC236}">
                <a16:creationId xmlns:a16="http://schemas.microsoft.com/office/drawing/2014/main" id="{956D78D7-54B5-9AA3-B37D-14A3A9B5BE31}"/>
              </a:ext>
            </a:extLst>
          </p:cNvPr>
          <p:cNvSpPr/>
          <p:nvPr/>
        </p:nvSpPr>
        <p:spPr>
          <a:xfrm rot="5400000">
            <a:off x="9312825" y="6201308"/>
            <a:ext cx="576064" cy="504056"/>
          </a:xfrm>
          <a:custGeom>
            <a:avLst>
              <a:gd name="adj" fmla="val -1726420"/>
            </a:avLst>
            <a:gdLst>
              <a:gd name="maxAdj" fmla="*/ 100000 w ss"/>
              <a:gd name="a" fmla="+- 0 adj maxAdj"/>
              <a:gd name="x1" fmla="*/ ss a 200000"/>
              <a:gd name="x2" fmla="*/ adj 1 1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  <a:gd name="x7" fmla="+- r x2 0"/>
              <a:gd name="hd4t3" fmla="*/ hd4 3 1"/>
            </a:gdLst>
            <a:ahLst>
              <a:ahXY gdRefX="adj" minX="-2147483647" maxX="2147483647">
                <a:pos x="x2" y="t"/>
              </a:ahXY>
            </a:ahLst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il" t="it" r="ir" b="ib"/>
            <a:pathLst>
              <a:path>
                <a:moveTo>
                  <a:pt x="l" y="b"/>
                </a:moveTo>
                <a:cubicBezTo>
                  <a:pt x="l" y="hd4t3"/>
                  <a:pt x="x2" y="hd4"/>
                  <a:pt x="x2" y="t"/>
                </a:cubicBezTo>
                <a:lnTo>
                  <a:pt x="x2" y="t"/>
                </a:lnTo>
                <a:lnTo>
                  <a:pt x="x7" y="t"/>
                </a:lnTo>
                <a:cubicBezTo>
                  <a:pt x="x7" y="hd4"/>
                  <a:pt x="r" y="hd4t3"/>
                  <a:pt x="r" y="b"/>
                </a:cubicBezTo>
                <a:close/>
              </a:path>
            </a:pathLst>
          </a:custGeom>
          <a:solidFill>
            <a:srgbClr val="D6D5D3">
              <a:alpha val="50000"/>
            </a:srgbClr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91" name="正方形/長方形 3">
            <a:extLst>
              <a:ext uri="{FF2B5EF4-FFF2-40B4-BE49-F238E27FC236}">
                <a16:creationId xmlns:a16="http://schemas.microsoft.com/office/drawing/2014/main" id="{9958752B-F07C-5B0B-332E-4F482E2738B8}"/>
              </a:ext>
            </a:extLst>
          </p:cNvPr>
          <p:cNvSpPr/>
          <p:nvPr/>
        </p:nvSpPr>
        <p:spPr>
          <a:xfrm rot="5400000">
            <a:off x="9312825" y="5553236"/>
            <a:ext cx="576064" cy="504056"/>
          </a:xfrm>
          <a:custGeom>
            <a:avLst>
              <a:gd name="adj" fmla="val -1654982"/>
            </a:avLst>
            <a:gdLst>
              <a:gd name="maxAdj" fmla="*/ 100000 w ss"/>
              <a:gd name="a" fmla="+- 0 adj maxAdj"/>
              <a:gd name="x1" fmla="*/ ss a 200000"/>
              <a:gd name="x2" fmla="*/ adj 1 1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  <a:gd name="x7" fmla="+- r x2 0"/>
              <a:gd name="hd4t3" fmla="*/ hd4 3 1"/>
            </a:gdLst>
            <a:ahLst>
              <a:ahXY gdRefX="adj" minX="-2147483647" maxX="2147483647">
                <a:pos x="x2" y="t"/>
              </a:ahXY>
            </a:ahLst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il" t="it" r="ir" b="ib"/>
            <a:pathLst>
              <a:path>
                <a:moveTo>
                  <a:pt x="l" y="b"/>
                </a:moveTo>
                <a:cubicBezTo>
                  <a:pt x="l" y="hd4t3"/>
                  <a:pt x="x2" y="hd4"/>
                  <a:pt x="x2" y="t"/>
                </a:cubicBezTo>
                <a:lnTo>
                  <a:pt x="x2" y="t"/>
                </a:lnTo>
                <a:lnTo>
                  <a:pt x="x7" y="t"/>
                </a:lnTo>
                <a:cubicBezTo>
                  <a:pt x="x7" y="hd4"/>
                  <a:pt x="r" y="hd4t3"/>
                  <a:pt x="r" y="b"/>
                </a:cubicBezTo>
                <a:close/>
              </a:path>
            </a:pathLst>
          </a:custGeom>
          <a:solidFill>
            <a:srgbClr val="D6D5D3">
              <a:alpha val="50000"/>
            </a:srgbClr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92" name="正方形/長方形 3">
            <a:extLst>
              <a:ext uri="{FF2B5EF4-FFF2-40B4-BE49-F238E27FC236}">
                <a16:creationId xmlns:a16="http://schemas.microsoft.com/office/drawing/2014/main" id="{E80E2F70-B2D7-3743-0FB1-B7E0C5C8CB11}"/>
              </a:ext>
            </a:extLst>
          </p:cNvPr>
          <p:cNvSpPr/>
          <p:nvPr/>
        </p:nvSpPr>
        <p:spPr>
          <a:xfrm rot="5400000">
            <a:off x="9384833" y="1232756"/>
            <a:ext cx="432048" cy="504056"/>
          </a:xfrm>
          <a:custGeom>
            <a:avLst>
              <a:gd name="adj" fmla="val 1036752"/>
            </a:avLst>
            <a:gdLst>
              <a:gd name="maxAdj" fmla="*/ 100000 w ss"/>
              <a:gd name="a" fmla="+- 0 adj maxAdj"/>
              <a:gd name="x1" fmla="*/ ss a 200000"/>
              <a:gd name="x2" fmla="*/ adj 1 1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  <a:gd name="x7" fmla="+- r x2 0"/>
              <a:gd name="hd4t3" fmla="*/ hd4 3 1"/>
            </a:gdLst>
            <a:ahLst>
              <a:ahXY gdRefX="adj" minX="-2147483647" maxX="2147483647">
                <a:pos x="x2" y="t"/>
              </a:ahXY>
            </a:ahLst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il" t="it" r="ir" b="ib"/>
            <a:pathLst>
              <a:path>
                <a:moveTo>
                  <a:pt x="l" y="b"/>
                </a:moveTo>
                <a:cubicBezTo>
                  <a:pt x="l" y="hd4t3"/>
                  <a:pt x="x2" y="hd4"/>
                  <a:pt x="x2" y="t"/>
                </a:cubicBezTo>
                <a:lnTo>
                  <a:pt x="x2" y="t"/>
                </a:lnTo>
                <a:lnTo>
                  <a:pt x="x7" y="t"/>
                </a:lnTo>
                <a:cubicBezTo>
                  <a:pt x="x7" y="hd4"/>
                  <a:pt x="r" y="hd4t3"/>
                  <a:pt x="r" y="b"/>
                </a:cubicBezTo>
                <a:close/>
              </a:path>
            </a:pathLst>
          </a:custGeom>
          <a:solidFill>
            <a:srgbClr val="D6D5D3">
              <a:alpha val="50000"/>
            </a:srgbClr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93" name="正方形/長方形 3">
            <a:extLst>
              <a:ext uri="{FF2B5EF4-FFF2-40B4-BE49-F238E27FC236}">
                <a16:creationId xmlns:a16="http://schemas.microsoft.com/office/drawing/2014/main" id="{64526A00-3C6A-B3C6-A70A-BF611B29E4DC}"/>
              </a:ext>
            </a:extLst>
          </p:cNvPr>
          <p:cNvSpPr/>
          <p:nvPr/>
        </p:nvSpPr>
        <p:spPr>
          <a:xfrm rot="5400000">
            <a:off x="8880777" y="5769260"/>
            <a:ext cx="216024" cy="1728192"/>
          </a:xfrm>
          <a:custGeom>
            <a:avLst>
              <a:gd name="adj" fmla="val -2878944"/>
            </a:avLst>
            <a:gdLst>
              <a:gd name="maxAdj" fmla="*/ 100000 w ss"/>
              <a:gd name="a" fmla="+- 0 adj maxAdj"/>
              <a:gd name="x1" fmla="*/ ss a 200000"/>
              <a:gd name="x2" fmla="*/ adj 1 1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  <a:gd name="x7" fmla="+- r x2 0"/>
              <a:gd name="hd4t3" fmla="*/ hd4 3 1"/>
            </a:gdLst>
            <a:ahLst>
              <a:ahXY gdRefX="adj" minX="-2147483647" maxX="2147483647">
                <a:pos x="x2" y="t"/>
              </a:ahXY>
            </a:ahLst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il" t="it" r="ir" b="ib"/>
            <a:pathLst>
              <a:path>
                <a:moveTo>
                  <a:pt x="l" y="b"/>
                </a:moveTo>
                <a:cubicBezTo>
                  <a:pt x="l" y="hd4t3"/>
                  <a:pt x="x2" y="hd4"/>
                  <a:pt x="x2" y="t"/>
                </a:cubicBezTo>
                <a:lnTo>
                  <a:pt x="x2" y="t"/>
                </a:lnTo>
                <a:lnTo>
                  <a:pt x="x7" y="t"/>
                </a:lnTo>
                <a:cubicBezTo>
                  <a:pt x="x7" y="hd4"/>
                  <a:pt x="r" y="hd4t3"/>
                  <a:pt x="r" y="b"/>
                </a:cubicBezTo>
                <a:close/>
              </a:path>
            </a:pathLst>
          </a:custGeom>
          <a:solidFill>
            <a:srgbClr val="D6D5D3">
              <a:alpha val="50000"/>
            </a:srgbClr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94" name="正方形/長方形 3">
            <a:extLst>
              <a:ext uri="{FF2B5EF4-FFF2-40B4-BE49-F238E27FC236}">
                <a16:creationId xmlns:a16="http://schemas.microsoft.com/office/drawing/2014/main" id="{446B4224-6121-3066-C622-80B8AC6851F8}"/>
              </a:ext>
            </a:extLst>
          </p:cNvPr>
          <p:cNvSpPr/>
          <p:nvPr/>
        </p:nvSpPr>
        <p:spPr>
          <a:xfrm rot="5400000">
            <a:off x="7188589" y="188640"/>
            <a:ext cx="216024" cy="1368152"/>
          </a:xfrm>
          <a:custGeom>
            <a:avLst>
              <a:gd name="adj" fmla="val 642131"/>
            </a:avLst>
            <a:gdLst>
              <a:gd name="maxAdj" fmla="*/ 100000 w ss"/>
              <a:gd name="a" fmla="+- 0 adj maxAdj"/>
              <a:gd name="x1" fmla="*/ ss a 200000"/>
              <a:gd name="x2" fmla="*/ adj 1 1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  <a:gd name="x7" fmla="+- r x2 0"/>
              <a:gd name="hd4t3" fmla="*/ hd4 3 1"/>
            </a:gdLst>
            <a:ahLst>
              <a:ahXY gdRefX="adj" minX="-2147483647" maxX="2147483647">
                <a:pos x="x2" y="t"/>
              </a:ahXY>
            </a:ahLst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il" t="it" r="ir" b="ib"/>
            <a:pathLst>
              <a:path>
                <a:moveTo>
                  <a:pt x="l" y="b"/>
                </a:moveTo>
                <a:cubicBezTo>
                  <a:pt x="l" y="hd4t3"/>
                  <a:pt x="x2" y="hd4"/>
                  <a:pt x="x2" y="t"/>
                </a:cubicBezTo>
                <a:lnTo>
                  <a:pt x="x2" y="t"/>
                </a:lnTo>
                <a:lnTo>
                  <a:pt x="x7" y="t"/>
                </a:lnTo>
                <a:cubicBezTo>
                  <a:pt x="x7" y="hd4"/>
                  <a:pt x="r" y="hd4t3"/>
                  <a:pt x="r" y="b"/>
                </a:cubicBezTo>
                <a:close/>
              </a:path>
            </a:pathLst>
          </a:custGeom>
          <a:solidFill>
            <a:srgbClr val="D6D5D3">
              <a:alpha val="50000"/>
            </a:srgbClr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95" name="正方形/長方形 94">
            <a:extLst>
              <a:ext uri="{FF2B5EF4-FFF2-40B4-BE49-F238E27FC236}">
                <a16:creationId xmlns:a16="http://schemas.microsoft.com/office/drawing/2014/main" id="{3235DE10-EFA0-B7F0-0A85-C4382FBE1520}"/>
              </a:ext>
            </a:extLst>
          </p:cNvPr>
          <p:cNvSpPr/>
          <p:nvPr/>
        </p:nvSpPr>
        <p:spPr bwMode="auto">
          <a:xfrm>
            <a:off x="3876221" y="6525344"/>
            <a:ext cx="2520280" cy="216024"/>
          </a:xfrm>
          <a:prstGeom prst="rect">
            <a:avLst/>
          </a:prstGeom>
          <a:solidFill>
            <a:srgbClr val="D6D5D3">
              <a:alpha val="50000"/>
            </a:srgbClr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96" name="正方形/長方形 3">
            <a:extLst>
              <a:ext uri="{FF2B5EF4-FFF2-40B4-BE49-F238E27FC236}">
                <a16:creationId xmlns:a16="http://schemas.microsoft.com/office/drawing/2014/main" id="{82B37985-75AA-230F-28C8-0A299E36ADDE}"/>
              </a:ext>
            </a:extLst>
          </p:cNvPr>
          <p:cNvSpPr/>
          <p:nvPr/>
        </p:nvSpPr>
        <p:spPr>
          <a:xfrm rot="5400000">
            <a:off x="5496401" y="296652"/>
            <a:ext cx="360040" cy="1440160"/>
          </a:xfrm>
          <a:custGeom>
            <a:avLst>
              <a:gd name="adj" fmla="val 935512"/>
            </a:avLst>
            <a:gdLst>
              <a:gd name="maxAdj" fmla="*/ 100000 w ss"/>
              <a:gd name="a" fmla="+- 0 adj maxAdj"/>
              <a:gd name="x1" fmla="*/ ss a 200000"/>
              <a:gd name="x2" fmla="*/ adj 1 1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  <a:gd name="x7" fmla="+- r x2 0"/>
              <a:gd name="hd4t3" fmla="*/ hd4 3 1"/>
            </a:gdLst>
            <a:ahLst>
              <a:ahXY gdRefX="adj" minX="-2147483647" maxX="2147483647">
                <a:pos x="x2" y="t"/>
              </a:ahXY>
            </a:ahLst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il" t="it" r="ir" b="ib"/>
            <a:pathLst>
              <a:path>
                <a:moveTo>
                  <a:pt x="l" y="b"/>
                </a:moveTo>
                <a:cubicBezTo>
                  <a:pt x="l" y="hd4t3"/>
                  <a:pt x="x2" y="hd4"/>
                  <a:pt x="x2" y="t"/>
                </a:cubicBezTo>
                <a:lnTo>
                  <a:pt x="x2" y="t"/>
                </a:lnTo>
                <a:lnTo>
                  <a:pt x="x7" y="t"/>
                </a:lnTo>
                <a:cubicBezTo>
                  <a:pt x="x7" y="hd4"/>
                  <a:pt x="r" y="hd4t3"/>
                  <a:pt x="r" y="b"/>
                </a:cubicBezTo>
                <a:close/>
              </a:path>
            </a:pathLst>
          </a:custGeom>
          <a:solidFill>
            <a:srgbClr val="D6D5D3">
              <a:alpha val="50000"/>
            </a:srgbClr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97" name="正方形/長方形 3">
            <a:extLst>
              <a:ext uri="{FF2B5EF4-FFF2-40B4-BE49-F238E27FC236}">
                <a16:creationId xmlns:a16="http://schemas.microsoft.com/office/drawing/2014/main" id="{B7886269-D920-578C-EAC3-6BA9454A60FD}"/>
              </a:ext>
            </a:extLst>
          </p:cNvPr>
          <p:cNvSpPr/>
          <p:nvPr/>
        </p:nvSpPr>
        <p:spPr>
          <a:xfrm rot="5400000">
            <a:off x="5244373" y="4509121"/>
            <a:ext cx="216024" cy="2088232"/>
          </a:xfrm>
          <a:custGeom>
            <a:avLst>
              <a:gd name="adj" fmla="val -2019778"/>
            </a:avLst>
            <a:gdLst>
              <a:gd name="maxAdj" fmla="*/ 100000 w ss"/>
              <a:gd name="a" fmla="+- 0 adj maxAdj"/>
              <a:gd name="x1" fmla="*/ ss a 200000"/>
              <a:gd name="x2" fmla="*/ adj 1 1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  <a:gd name="x7" fmla="+- r x2 0"/>
              <a:gd name="hd4t3" fmla="*/ hd4 3 1"/>
            </a:gdLst>
            <a:ahLst>
              <a:ahXY gdRefX="adj" minX="-2147483647" maxX="2147483647">
                <a:pos x="x2" y="t"/>
              </a:ahXY>
            </a:ahLst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il" t="it" r="ir" b="ib"/>
            <a:pathLst>
              <a:path>
                <a:moveTo>
                  <a:pt x="l" y="b"/>
                </a:moveTo>
                <a:cubicBezTo>
                  <a:pt x="l" y="hd4t3"/>
                  <a:pt x="x2" y="hd4"/>
                  <a:pt x="x2" y="t"/>
                </a:cubicBezTo>
                <a:lnTo>
                  <a:pt x="x2" y="t"/>
                </a:lnTo>
                <a:lnTo>
                  <a:pt x="x7" y="t"/>
                </a:lnTo>
                <a:cubicBezTo>
                  <a:pt x="x7" y="hd4"/>
                  <a:pt x="r" y="hd4t3"/>
                  <a:pt x="r" y="b"/>
                </a:cubicBezTo>
                <a:close/>
              </a:path>
            </a:pathLst>
          </a:custGeom>
          <a:solidFill>
            <a:srgbClr val="D6D5D3">
              <a:alpha val="50000"/>
            </a:srgbClr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98" name="正方形/長方形 3">
            <a:extLst>
              <a:ext uri="{FF2B5EF4-FFF2-40B4-BE49-F238E27FC236}">
                <a16:creationId xmlns:a16="http://schemas.microsoft.com/office/drawing/2014/main" id="{70F6DAF9-A617-79F0-C0AC-D866C77D792E}"/>
              </a:ext>
            </a:extLst>
          </p:cNvPr>
          <p:cNvSpPr/>
          <p:nvPr/>
        </p:nvSpPr>
        <p:spPr>
          <a:xfrm rot="5400000">
            <a:off x="5280377" y="4689141"/>
            <a:ext cx="144016" cy="2088232"/>
          </a:xfrm>
          <a:custGeom>
            <a:avLst>
              <a:gd name="adj" fmla="val -1508005"/>
            </a:avLst>
            <a:gdLst>
              <a:gd name="maxAdj" fmla="*/ 100000 w ss"/>
              <a:gd name="a" fmla="+- 0 adj maxAdj"/>
              <a:gd name="x1" fmla="*/ ss a 200000"/>
              <a:gd name="x2" fmla="*/ adj 1 1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  <a:gd name="x7" fmla="+- r x2 0"/>
              <a:gd name="hd4t3" fmla="*/ hd4 3 1"/>
            </a:gdLst>
            <a:ahLst>
              <a:ahXY gdRefX="adj" minX="-2147483647" maxX="2147483647">
                <a:pos x="x2" y="t"/>
              </a:ahXY>
            </a:ahLst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il" t="it" r="ir" b="ib"/>
            <a:pathLst>
              <a:path>
                <a:moveTo>
                  <a:pt x="l" y="b"/>
                </a:moveTo>
                <a:cubicBezTo>
                  <a:pt x="l" y="hd4t3"/>
                  <a:pt x="x2" y="hd4"/>
                  <a:pt x="x2" y="t"/>
                </a:cubicBezTo>
                <a:lnTo>
                  <a:pt x="x2" y="t"/>
                </a:lnTo>
                <a:lnTo>
                  <a:pt x="x7" y="t"/>
                </a:lnTo>
                <a:cubicBezTo>
                  <a:pt x="x7" y="hd4"/>
                  <a:pt x="r" y="hd4t3"/>
                  <a:pt x="r" y="b"/>
                </a:cubicBezTo>
                <a:close/>
              </a:path>
            </a:pathLst>
          </a:custGeom>
          <a:solidFill>
            <a:srgbClr val="FFFFFF">
              <a:lumMod val="85000"/>
              <a:alpha val="20000"/>
            </a:srgbClr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99" name="正方形/長方形 3">
            <a:extLst>
              <a:ext uri="{FF2B5EF4-FFF2-40B4-BE49-F238E27FC236}">
                <a16:creationId xmlns:a16="http://schemas.microsoft.com/office/drawing/2014/main" id="{B831AE6D-D5DA-0754-1D9B-C5CF1FE31856}"/>
              </a:ext>
            </a:extLst>
          </p:cNvPr>
          <p:cNvSpPr/>
          <p:nvPr/>
        </p:nvSpPr>
        <p:spPr>
          <a:xfrm rot="5400000">
            <a:off x="5064353" y="3753037"/>
            <a:ext cx="144016" cy="2520280"/>
          </a:xfrm>
          <a:custGeom>
            <a:avLst>
              <a:gd name="adj" fmla="val 503835"/>
            </a:avLst>
            <a:gdLst>
              <a:gd name="maxAdj" fmla="*/ 100000 w ss"/>
              <a:gd name="a" fmla="+- 0 adj maxAdj"/>
              <a:gd name="x1" fmla="*/ ss a 200000"/>
              <a:gd name="x2" fmla="*/ adj 1 1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  <a:gd name="x7" fmla="+- r x2 0"/>
              <a:gd name="hd4t3" fmla="*/ hd4 3 1"/>
            </a:gdLst>
            <a:ahLst>
              <a:ahXY gdRefX="adj" minX="-2147483647" maxX="2147483647">
                <a:pos x="x2" y="t"/>
              </a:ahXY>
            </a:ahLst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il" t="it" r="ir" b="ib"/>
            <a:pathLst>
              <a:path>
                <a:moveTo>
                  <a:pt x="l" y="b"/>
                </a:moveTo>
                <a:cubicBezTo>
                  <a:pt x="l" y="hd4t3"/>
                  <a:pt x="x2" y="hd4"/>
                  <a:pt x="x2" y="t"/>
                </a:cubicBezTo>
                <a:lnTo>
                  <a:pt x="x2" y="t"/>
                </a:lnTo>
                <a:lnTo>
                  <a:pt x="x7" y="t"/>
                </a:lnTo>
                <a:cubicBezTo>
                  <a:pt x="x7" y="hd4"/>
                  <a:pt x="r" y="hd4t3"/>
                  <a:pt x="r" y="b"/>
                </a:cubicBezTo>
                <a:close/>
              </a:path>
            </a:pathLst>
          </a:custGeom>
          <a:solidFill>
            <a:srgbClr val="FFFFFF">
              <a:lumMod val="85000"/>
              <a:alpha val="20000"/>
            </a:srgbClr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00" name="正方形/長方形 3">
            <a:extLst>
              <a:ext uri="{FF2B5EF4-FFF2-40B4-BE49-F238E27FC236}">
                <a16:creationId xmlns:a16="http://schemas.microsoft.com/office/drawing/2014/main" id="{071A127B-06E4-8C73-7552-F008E7861F92}"/>
              </a:ext>
            </a:extLst>
          </p:cNvPr>
          <p:cNvSpPr/>
          <p:nvPr/>
        </p:nvSpPr>
        <p:spPr>
          <a:xfrm rot="5400000">
            <a:off x="4992345" y="4689141"/>
            <a:ext cx="288032" cy="2520280"/>
          </a:xfrm>
          <a:custGeom>
            <a:avLst>
              <a:gd name="adj" fmla="val -210541"/>
            </a:avLst>
            <a:gdLst>
              <a:gd name="maxAdj" fmla="*/ 100000 w ss"/>
              <a:gd name="a" fmla="+- 0 adj maxAdj"/>
              <a:gd name="x1" fmla="*/ ss a 200000"/>
              <a:gd name="x2" fmla="*/ adj 1 1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  <a:gd name="x7" fmla="+- r x2 0"/>
              <a:gd name="hd4t3" fmla="*/ hd4 3 1"/>
            </a:gdLst>
            <a:ahLst>
              <a:ahXY gdRefX="adj" minX="-2147483647" maxX="2147483647">
                <a:pos x="x2" y="t"/>
              </a:ahXY>
            </a:ahLst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il" t="it" r="ir" b="ib"/>
            <a:pathLst>
              <a:path>
                <a:moveTo>
                  <a:pt x="l" y="b"/>
                </a:moveTo>
                <a:cubicBezTo>
                  <a:pt x="l" y="hd4t3"/>
                  <a:pt x="x2" y="hd4"/>
                  <a:pt x="x2" y="t"/>
                </a:cubicBezTo>
                <a:lnTo>
                  <a:pt x="x2" y="t"/>
                </a:lnTo>
                <a:lnTo>
                  <a:pt x="x7" y="t"/>
                </a:lnTo>
                <a:cubicBezTo>
                  <a:pt x="x7" y="hd4"/>
                  <a:pt x="r" y="hd4t3"/>
                  <a:pt x="r" y="b"/>
                </a:cubicBezTo>
                <a:close/>
              </a:path>
            </a:pathLst>
          </a:custGeom>
          <a:solidFill>
            <a:srgbClr val="FFFFFF">
              <a:lumMod val="85000"/>
              <a:alpha val="20000"/>
            </a:srgbClr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01" name="正方形/長方形 3">
            <a:extLst>
              <a:ext uri="{FF2B5EF4-FFF2-40B4-BE49-F238E27FC236}">
                <a16:creationId xmlns:a16="http://schemas.microsoft.com/office/drawing/2014/main" id="{4D564BFA-9392-2CE1-91E1-42AEDF4CEDBE}"/>
              </a:ext>
            </a:extLst>
          </p:cNvPr>
          <p:cNvSpPr/>
          <p:nvPr/>
        </p:nvSpPr>
        <p:spPr>
          <a:xfrm rot="5400000">
            <a:off x="3552185" y="1232757"/>
            <a:ext cx="1512168" cy="864096"/>
          </a:xfrm>
          <a:custGeom>
            <a:avLst>
              <a:gd name="adj" fmla="val -270504"/>
            </a:avLst>
            <a:gdLst>
              <a:gd name="maxAdj" fmla="*/ 100000 w ss"/>
              <a:gd name="a" fmla="+- 0 adj maxAdj"/>
              <a:gd name="x1" fmla="*/ ss a 200000"/>
              <a:gd name="x2" fmla="*/ adj 1 1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  <a:gd name="x7" fmla="+- r x2 0"/>
              <a:gd name="hd4t3" fmla="*/ hd4 3 1"/>
            </a:gdLst>
            <a:ahLst>
              <a:ahXY gdRefX="adj" minX="-2147483647" maxX="2147483647">
                <a:pos x="x2" y="t"/>
              </a:ahXY>
            </a:ahLst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il" t="it" r="ir" b="ib"/>
            <a:pathLst>
              <a:path>
                <a:moveTo>
                  <a:pt x="l" y="b"/>
                </a:moveTo>
                <a:cubicBezTo>
                  <a:pt x="l" y="hd4t3"/>
                  <a:pt x="x2" y="hd4"/>
                  <a:pt x="x2" y="t"/>
                </a:cubicBezTo>
                <a:lnTo>
                  <a:pt x="x2" y="t"/>
                </a:lnTo>
                <a:lnTo>
                  <a:pt x="x7" y="t"/>
                </a:lnTo>
                <a:cubicBezTo>
                  <a:pt x="x7" y="hd4"/>
                  <a:pt x="r" y="hd4t3"/>
                  <a:pt x="r" y="b"/>
                </a:cubicBezTo>
                <a:close/>
              </a:path>
            </a:pathLst>
          </a:custGeom>
          <a:solidFill>
            <a:srgbClr val="D6D5D3">
              <a:alpha val="50000"/>
            </a:srgbClr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02" name="タイトル 39">
            <a:extLst>
              <a:ext uri="{FF2B5EF4-FFF2-40B4-BE49-F238E27FC236}">
                <a16:creationId xmlns:a16="http://schemas.microsoft.com/office/drawing/2014/main" id="{B146C8F9-4115-71E8-BCF4-DA5782D89873}"/>
              </a:ext>
            </a:extLst>
          </p:cNvPr>
          <p:cNvSpPr txBox="1">
            <a:spLocks/>
          </p:cNvSpPr>
          <p:nvPr/>
        </p:nvSpPr>
        <p:spPr bwMode="auto">
          <a:xfrm>
            <a:off x="1283933" y="87016"/>
            <a:ext cx="96490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505050"/>
                </a:solidFill>
                <a:latin typeface="HGP創英角ｺﾞｼｯｸUB" pitchFamily="50" charset="-128"/>
                <a:ea typeface="HGP創英角ｺﾞｼｯｸUB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505050"/>
                </a:solidFill>
                <a:latin typeface="HGP創英角ｺﾞｼｯｸUB" pitchFamily="50" charset="-128"/>
                <a:ea typeface="HGP創英角ｺﾞｼｯｸUB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505050"/>
                </a:solidFill>
                <a:latin typeface="HGP創英角ｺﾞｼｯｸUB" pitchFamily="50" charset="-128"/>
                <a:ea typeface="HGP創英角ｺﾞｼｯｸUB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505050"/>
                </a:solidFill>
                <a:latin typeface="HGP創英角ｺﾞｼｯｸUB" pitchFamily="50" charset="-128"/>
                <a:ea typeface="HGP創英角ｺﾞｼｯｸUB" pitchFamily="50" charset="-128"/>
              </a:defRPr>
            </a:lvl5pPr>
            <a:lvl6pPr marL="457192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505050"/>
                </a:solidFill>
                <a:latin typeface="Franklin Gothic Demi Cond" pitchFamily="34" charset="0"/>
                <a:ea typeface="HGP創英角ｺﾞｼｯｸUB" pitchFamily="50" charset="-128"/>
              </a:defRPr>
            </a:lvl6pPr>
            <a:lvl7pPr marL="9143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505050"/>
                </a:solidFill>
                <a:latin typeface="Franklin Gothic Demi Cond" pitchFamily="34" charset="0"/>
                <a:ea typeface="HGP創英角ｺﾞｼｯｸUB" pitchFamily="50" charset="-128"/>
              </a:defRPr>
            </a:lvl7pPr>
            <a:lvl8pPr marL="137157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505050"/>
                </a:solidFill>
                <a:latin typeface="Franklin Gothic Demi Cond" pitchFamily="34" charset="0"/>
                <a:ea typeface="HGP創英角ｺﾞｼｯｸUB" pitchFamily="50" charset="-128"/>
              </a:defRPr>
            </a:lvl8pPr>
            <a:lvl9pPr marL="18287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505050"/>
                </a:solidFill>
                <a:latin typeface="Franklin Gothic Demi Cond" pitchFamily="34" charset="0"/>
                <a:ea typeface="HGP創英角ｺﾞｼｯｸUB" pitchFamily="50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400" b="1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Open Sans Bold"/>
                <a:ea typeface="源暎エムゴv2 Bold"/>
                <a:cs typeface="+mj-cs"/>
              </a:rPr>
              <a:t>IT</a:t>
            </a:r>
            <a:r>
              <a:rPr kumimoji="1" lang="ja-JP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Open Sans Bold"/>
                <a:ea typeface="源暎エムゴv2 Bold"/>
                <a:cs typeface="+mj-cs"/>
              </a:rPr>
              <a:t>エンジニアの錬成過程</a:t>
            </a:r>
          </a:p>
        </p:txBody>
      </p:sp>
      <p:sp>
        <p:nvSpPr>
          <p:cNvPr id="103" name="正方形/長方形 102">
            <a:extLst>
              <a:ext uri="{FF2B5EF4-FFF2-40B4-BE49-F238E27FC236}">
                <a16:creationId xmlns:a16="http://schemas.microsoft.com/office/drawing/2014/main" id="{D78C7B33-39A4-828D-A6D1-CF8107CB5585}"/>
              </a:ext>
            </a:extLst>
          </p:cNvPr>
          <p:cNvSpPr/>
          <p:nvPr/>
        </p:nvSpPr>
        <p:spPr>
          <a:xfrm>
            <a:off x="3666621" y="4221089"/>
            <a:ext cx="228600" cy="854968"/>
          </a:xfrm>
          <a:prstGeom prst="rect">
            <a:avLst/>
          </a:prstGeom>
          <a:solidFill>
            <a:srgbClr val="8AD3FF"/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04" name="正方形/長方形 103">
            <a:extLst>
              <a:ext uri="{FF2B5EF4-FFF2-40B4-BE49-F238E27FC236}">
                <a16:creationId xmlns:a16="http://schemas.microsoft.com/office/drawing/2014/main" id="{0C77EC69-0A56-5829-EBDB-E53EBA53C41D}"/>
              </a:ext>
            </a:extLst>
          </p:cNvPr>
          <p:cNvSpPr/>
          <p:nvPr/>
        </p:nvSpPr>
        <p:spPr>
          <a:xfrm>
            <a:off x="3666621" y="6381329"/>
            <a:ext cx="228600" cy="360040"/>
          </a:xfrm>
          <a:prstGeom prst="rect">
            <a:avLst/>
          </a:prstGeom>
          <a:solidFill>
            <a:srgbClr val="8AD3FF"/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16C925A9-9FC2-AEF5-A6DB-A2AB13193DCA}"/>
              </a:ext>
            </a:extLst>
          </p:cNvPr>
          <p:cNvSpPr/>
          <p:nvPr/>
        </p:nvSpPr>
        <p:spPr>
          <a:xfrm>
            <a:off x="7914433" y="4077072"/>
            <a:ext cx="216024" cy="2160241"/>
          </a:xfrm>
          <a:prstGeom prst="rect">
            <a:avLst/>
          </a:prstGeom>
          <a:solidFill>
            <a:srgbClr val="7A8180"/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B131BBF6-B0D5-6BD9-CB95-1213226307DA}"/>
              </a:ext>
            </a:extLst>
          </p:cNvPr>
          <p:cNvSpPr/>
          <p:nvPr/>
        </p:nvSpPr>
        <p:spPr>
          <a:xfrm>
            <a:off x="1787989" y="1628801"/>
            <a:ext cx="228600" cy="4536504"/>
          </a:xfrm>
          <a:prstGeom prst="rect">
            <a:avLst/>
          </a:prstGeom>
          <a:solidFill>
            <a:srgbClr val="0080E2"/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07" name="正方形/長方形 106">
            <a:extLst>
              <a:ext uri="{FF2B5EF4-FFF2-40B4-BE49-F238E27FC236}">
                <a16:creationId xmlns:a16="http://schemas.microsoft.com/office/drawing/2014/main" id="{673BB4DB-9045-1FDA-0E1C-19E3980EB04C}"/>
              </a:ext>
            </a:extLst>
          </p:cNvPr>
          <p:cNvSpPr/>
          <p:nvPr/>
        </p:nvSpPr>
        <p:spPr>
          <a:xfrm>
            <a:off x="3660197" y="908721"/>
            <a:ext cx="228600" cy="2664296"/>
          </a:xfrm>
          <a:prstGeom prst="rect">
            <a:avLst/>
          </a:prstGeom>
          <a:solidFill>
            <a:srgbClr val="8AD3FF"/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08" name="正方形/長方形 3">
            <a:extLst>
              <a:ext uri="{FF2B5EF4-FFF2-40B4-BE49-F238E27FC236}">
                <a16:creationId xmlns:a16="http://schemas.microsoft.com/office/drawing/2014/main" id="{3ABDC62B-3B69-86FD-6269-E66DBFEF7FAA}"/>
              </a:ext>
            </a:extLst>
          </p:cNvPr>
          <p:cNvSpPr/>
          <p:nvPr/>
        </p:nvSpPr>
        <p:spPr>
          <a:xfrm rot="5400000">
            <a:off x="2645974" y="5163304"/>
            <a:ext cx="360040" cy="1643962"/>
          </a:xfrm>
          <a:custGeom>
            <a:avLst>
              <a:gd name="adj" fmla="val 578038"/>
            </a:avLst>
            <a:gdLst>
              <a:gd name="maxAdj" fmla="*/ 100000 w ss"/>
              <a:gd name="a" fmla="+- 0 adj maxAdj"/>
              <a:gd name="x1" fmla="*/ ss a 200000"/>
              <a:gd name="x2" fmla="*/ adj 1 1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  <a:gd name="x7" fmla="+- r x2 0"/>
              <a:gd name="hd4t3" fmla="*/ hd4 3 1"/>
            </a:gdLst>
            <a:ahLst>
              <a:ahXY gdRefX="adj" minX="-2147483647" maxX="2147483647">
                <a:pos x="x2" y="t"/>
              </a:ahXY>
            </a:ahLst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il" t="it" r="ir" b="ib"/>
            <a:pathLst>
              <a:path>
                <a:moveTo>
                  <a:pt x="l" y="b"/>
                </a:moveTo>
                <a:cubicBezTo>
                  <a:pt x="l" y="hd4t3"/>
                  <a:pt x="x2" y="hd4"/>
                  <a:pt x="x2" y="t"/>
                </a:cubicBezTo>
                <a:lnTo>
                  <a:pt x="x2" y="t"/>
                </a:lnTo>
                <a:lnTo>
                  <a:pt x="x7" y="t"/>
                </a:lnTo>
                <a:cubicBezTo>
                  <a:pt x="x7" y="hd4"/>
                  <a:pt x="r" y="hd4t3"/>
                  <a:pt x="r" y="b"/>
                </a:cubicBezTo>
                <a:close/>
              </a:path>
            </a:pathLst>
          </a:custGeom>
          <a:solidFill>
            <a:srgbClr val="D6D5D3">
              <a:alpha val="50000"/>
            </a:srgbClr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09" name="正方形/長方形 3">
            <a:extLst>
              <a:ext uri="{FF2B5EF4-FFF2-40B4-BE49-F238E27FC236}">
                <a16:creationId xmlns:a16="http://schemas.microsoft.com/office/drawing/2014/main" id="{67724D25-AF11-0A48-92EE-DAF7CEE96821}"/>
              </a:ext>
            </a:extLst>
          </p:cNvPr>
          <p:cNvSpPr/>
          <p:nvPr/>
        </p:nvSpPr>
        <p:spPr>
          <a:xfrm rot="5400000">
            <a:off x="2400057" y="3897053"/>
            <a:ext cx="864096" cy="1656184"/>
          </a:xfrm>
          <a:custGeom>
            <a:avLst>
              <a:gd name="adj" fmla="val -70842"/>
            </a:avLst>
            <a:gdLst>
              <a:gd name="maxAdj" fmla="*/ 100000 w ss"/>
              <a:gd name="a" fmla="+- 0 adj maxAdj"/>
              <a:gd name="x1" fmla="*/ ss a 200000"/>
              <a:gd name="x2" fmla="*/ adj 1 1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  <a:gd name="x7" fmla="+- r x2 0"/>
              <a:gd name="hd4t3" fmla="*/ hd4 3 1"/>
            </a:gdLst>
            <a:ahLst>
              <a:ahXY gdRefX="adj" minX="-2147483647" maxX="2147483647">
                <a:pos x="x2" y="t"/>
              </a:ahXY>
            </a:ahLst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il" t="it" r="ir" b="ib"/>
            <a:pathLst>
              <a:path>
                <a:moveTo>
                  <a:pt x="l" y="b"/>
                </a:moveTo>
                <a:cubicBezTo>
                  <a:pt x="l" y="hd4t3"/>
                  <a:pt x="x2" y="hd4"/>
                  <a:pt x="x2" y="t"/>
                </a:cubicBezTo>
                <a:lnTo>
                  <a:pt x="x2" y="t"/>
                </a:lnTo>
                <a:lnTo>
                  <a:pt x="x7" y="t"/>
                </a:lnTo>
                <a:cubicBezTo>
                  <a:pt x="x7" y="hd4"/>
                  <a:pt x="r" y="hd4t3"/>
                  <a:pt x="r" y="b"/>
                </a:cubicBezTo>
                <a:close/>
              </a:path>
            </a:pathLst>
          </a:custGeom>
          <a:solidFill>
            <a:srgbClr val="D6D5D3">
              <a:alpha val="50000"/>
            </a:srgbClr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10" name="正方形/長方形 3">
            <a:extLst>
              <a:ext uri="{FF2B5EF4-FFF2-40B4-BE49-F238E27FC236}">
                <a16:creationId xmlns:a16="http://schemas.microsoft.com/office/drawing/2014/main" id="{DA518C9A-BFD0-36FE-1393-1EED1E74F32B}"/>
              </a:ext>
            </a:extLst>
          </p:cNvPr>
          <p:cNvSpPr/>
          <p:nvPr/>
        </p:nvSpPr>
        <p:spPr>
          <a:xfrm rot="5400000">
            <a:off x="1499957" y="2132857"/>
            <a:ext cx="2664296" cy="1656184"/>
          </a:xfrm>
          <a:custGeom>
            <a:avLst>
              <a:gd name="adj" fmla="val -704844"/>
            </a:avLst>
            <a:gdLst>
              <a:gd name="maxAdj" fmla="*/ 100000 w ss"/>
              <a:gd name="a" fmla="+- 0 adj maxAdj"/>
              <a:gd name="x1" fmla="*/ ss a 200000"/>
              <a:gd name="x2" fmla="*/ adj 1 1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  <a:gd name="x7" fmla="+- r x2 0"/>
              <a:gd name="hd4t3" fmla="*/ hd4 3 1"/>
            </a:gdLst>
            <a:ahLst>
              <a:ahXY gdRefX="adj" minX="-2147483647" maxX="2147483647">
                <a:pos x="x2" y="t"/>
              </a:ahXY>
            </a:ahLst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il" t="it" r="ir" b="ib"/>
            <a:pathLst>
              <a:path>
                <a:moveTo>
                  <a:pt x="l" y="b"/>
                </a:moveTo>
                <a:cubicBezTo>
                  <a:pt x="l" y="hd4t3"/>
                  <a:pt x="x2" y="hd4"/>
                  <a:pt x="x2" y="t"/>
                </a:cubicBezTo>
                <a:lnTo>
                  <a:pt x="x2" y="t"/>
                </a:lnTo>
                <a:lnTo>
                  <a:pt x="x7" y="t"/>
                </a:lnTo>
                <a:cubicBezTo>
                  <a:pt x="x7" y="hd4"/>
                  <a:pt x="r" y="hd4t3"/>
                  <a:pt x="r" y="b"/>
                </a:cubicBezTo>
                <a:close/>
              </a:path>
            </a:pathLst>
          </a:custGeom>
          <a:solidFill>
            <a:srgbClr val="D6D5D3">
              <a:alpha val="50000"/>
            </a:srgbClr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11" name="正方形/長方形 3">
            <a:extLst>
              <a:ext uri="{FF2B5EF4-FFF2-40B4-BE49-F238E27FC236}">
                <a16:creationId xmlns:a16="http://schemas.microsoft.com/office/drawing/2014/main" id="{F984B003-8E95-8D81-B63B-DBC7CB59E5BB}"/>
              </a:ext>
            </a:extLst>
          </p:cNvPr>
          <p:cNvSpPr/>
          <p:nvPr/>
        </p:nvSpPr>
        <p:spPr>
          <a:xfrm rot="5400000">
            <a:off x="2508069" y="4653137"/>
            <a:ext cx="648072" cy="1656184"/>
          </a:xfrm>
          <a:custGeom>
            <a:avLst>
              <a:gd name="adj" fmla="val 282853"/>
            </a:avLst>
            <a:gdLst>
              <a:gd name="maxAdj" fmla="*/ 100000 w ss"/>
              <a:gd name="a" fmla="+- 0 adj maxAdj"/>
              <a:gd name="x1" fmla="*/ ss a 200000"/>
              <a:gd name="x2" fmla="*/ adj 1 1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  <a:gd name="x7" fmla="+- r x2 0"/>
              <a:gd name="hd4t3" fmla="*/ hd4 3 1"/>
            </a:gdLst>
            <a:ahLst>
              <a:ahXY gdRefX="adj" minX="-2147483647" maxX="2147483647">
                <a:pos x="x2" y="t"/>
              </a:ahXY>
            </a:ahLst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il" t="it" r="ir" b="ib"/>
            <a:pathLst>
              <a:path>
                <a:moveTo>
                  <a:pt x="l" y="b"/>
                </a:moveTo>
                <a:cubicBezTo>
                  <a:pt x="l" y="hd4t3"/>
                  <a:pt x="x2" y="hd4"/>
                  <a:pt x="x2" y="t"/>
                </a:cubicBezTo>
                <a:lnTo>
                  <a:pt x="x2" y="t"/>
                </a:lnTo>
                <a:lnTo>
                  <a:pt x="x7" y="t"/>
                </a:lnTo>
                <a:cubicBezTo>
                  <a:pt x="x7" y="hd4"/>
                  <a:pt x="r" y="hd4t3"/>
                  <a:pt x="r" y="b"/>
                </a:cubicBezTo>
                <a:close/>
              </a:path>
            </a:pathLst>
          </a:custGeom>
          <a:solidFill>
            <a:srgbClr val="D6D5D3">
              <a:alpha val="50000"/>
            </a:srgbClr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12" name="正方形/長方形 111">
            <a:extLst>
              <a:ext uri="{FF2B5EF4-FFF2-40B4-BE49-F238E27FC236}">
                <a16:creationId xmlns:a16="http://schemas.microsoft.com/office/drawing/2014/main" id="{CFDC9BEB-2ED0-5DB2-3877-41DD4689885D}"/>
              </a:ext>
            </a:extLst>
          </p:cNvPr>
          <p:cNvSpPr/>
          <p:nvPr/>
        </p:nvSpPr>
        <p:spPr>
          <a:xfrm>
            <a:off x="3660197" y="5445225"/>
            <a:ext cx="228600" cy="648072"/>
          </a:xfrm>
          <a:prstGeom prst="rect">
            <a:avLst/>
          </a:prstGeom>
          <a:solidFill>
            <a:srgbClr val="8AD3FF"/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13" name="正方形/長方形 112">
            <a:extLst>
              <a:ext uri="{FF2B5EF4-FFF2-40B4-BE49-F238E27FC236}">
                <a16:creationId xmlns:a16="http://schemas.microsoft.com/office/drawing/2014/main" id="{909BD4A8-38D2-DF34-FBD5-ADEFE0CB6E43}"/>
              </a:ext>
            </a:extLst>
          </p:cNvPr>
          <p:cNvSpPr/>
          <p:nvPr/>
        </p:nvSpPr>
        <p:spPr>
          <a:xfrm>
            <a:off x="4740317" y="620689"/>
            <a:ext cx="228600" cy="1512168"/>
          </a:xfrm>
          <a:prstGeom prst="rect">
            <a:avLst/>
          </a:prstGeom>
          <a:solidFill>
            <a:srgbClr val="81DFD2"/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14" name="テキスト ボックス 113">
            <a:extLst>
              <a:ext uri="{FF2B5EF4-FFF2-40B4-BE49-F238E27FC236}">
                <a16:creationId xmlns:a16="http://schemas.microsoft.com/office/drawing/2014/main" id="{175D2A9B-C908-5223-94FB-15D6F18EBEF7}"/>
              </a:ext>
            </a:extLst>
          </p:cNvPr>
          <p:cNvSpPr txBox="1"/>
          <p:nvPr/>
        </p:nvSpPr>
        <p:spPr>
          <a:xfrm>
            <a:off x="4319170" y="1196755"/>
            <a:ext cx="1061052" cy="260618"/>
          </a:xfrm>
          <a:prstGeom prst="roundRect">
            <a:avLst/>
          </a:prstGeom>
          <a:solidFill>
            <a:srgbClr val="FFFFFF">
              <a:alpha val="78000"/>
            </a:srgbClr>
          </a:solidFill>
          <a:ln>
            <a:noFill/>
          </a:ln>
        </p:spPr>
        <p:txBody>
          <a:bodyPr vert="horz" wrap="none" lIns="36000" tIns="25200" rIns="36000" bIns="25200" rtlCol="0" anchor="ctr">
            <a:spAutoFit/>
          </a:bodyPr>
          <a:lstStyle>
            <a:defPPr>
              <a:defRPr lang="ja-JP"/>
            </a:defPPr>
            <a:lvl1pPr indent="0">
              <a:buNone/>
              <a:defRPr sz="1200" b="1"/>
            </a:lvl1pPr>
          </a:lstStyle>
          <a:p>
            <a:pPr marL="0" marR="0" lvl="0" indent="0" algn="ctr" defTabSz="91423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1" i="0" u="none" strike="noStrike" kern="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Open Sans"/>
                <a:ea typeface="源暎エムゴv2 Regular"/>
              </a:rPr>
              <a:t>X</a:t>
            </a:r>
            <a:r>
              <a:rPr kumimoji="0" lang="ja-JP" altLang="en-US" sz="1200" b="1" i="0" u="none" strike="noStrike" kern="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Open Sans"/>
                <a:ea typeface="源暎エムゴv2 Regular"/>
              </a:rPr>
              <a:t>（旧</a:t>
            </a:r>
            <a:r>
              <a:rPr kumimoji="0" lang="en-US" altLang="ja-JP" sz="1200" b="1" i="0" u="none" strike="noStrike" kern="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Open Sans"/>
                <a:ea typeface="源暎エムゴv2 Regular"/>
              </a:rPr>
              <a:t>Twitter</a:t>
            </a:r>
            <a:r>
              <a:rPr kumimoji="0" lang="ja-JP" altLang="en-US" sz="1200" b="1" i="0" u="none" strike="noStrike" kern="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Open Sans"/>
                <a:ea typeface="源暎エムゴv2 Regular"/>
              </a:rPr>
              <a:t>）</a:t>
            </a:r>
            <a:endParaRPr kumimoji="0" lang="en-US" altLang="ja-JP" sz="1200" b="1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"/>
              <a:ea typeface="源暎エムゴv2 Regular"/>
            </a:endParaRPr>
          </a:p>
        </p:txBody>
      </p:sp>
      <p:sp>
        <p:nvSpPr>
          <p:cNvPr id="115" name="正方形/長方形 114">
            <a:extLst>
              <a:ext uri="{FF2B5EF4-FFF2-40B4-BE49-F238E27FC236}">
                <a16:creationId xmlns:a16="http://schemas.microsoft.com/office/drawing/2014/main" id="{7544F82D-F340-3B5E-8E9D-3B1058002E03}"/>
              </a:ext>
            </a:extLst>
          </p:cNvPr>
          <p:cNvSpPr/>
          <p:nvPr/>
        </p:nvSpPr>
        <p:spPr>
          <a:xfrm>
            <a:off x="4740317" y="2996955"/>
            <a:ext cx="228600" cy="288032"/>
          </a:xfrm>
          <a:prstGeom prst="rect">
            <a:avLst/>
          </a:prstGeom>
          <a:solidFill>
            <a:srgbClr val="81DFD2"/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16" name="正方形/長方形 115">
            <a:extLst>
              <a:ext uri="{FF2B5EF4-FFF2-40B4-BE49-F238E27FC236}">
                <a16:creationId xmlns:a16="http://schemas.microsoft.com/office/drawing/2014/main" id="{1B7A6241-41AB-33FC-EAA9-0676C144A7CB}"/>
              </a:ext>
            </a:extLst>
          </p:cNvPr>
          <p:cNvSpPr/>
          <p:nvPr/>
        </p:nvSpPr>
        <p:spPr>
          <a:xfrm>
            <a:off x="4740317" y="3501009"/>
            <a:ext cx="228600" cy="158656"/>
          </a:xfrm>
          <a:prstGeom prst="rect">
            <a:avLst/>
          </a:prstGeom>
          <a:solidFill>
            <a:srgbClr val="81DFD2"/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17" name="テキスト ボックス 116">
            <a:extLst>
              <a:ext uri="{FF2B5EF4-FFF2-40B4-BE49-F238E27FC236}">
                <a16:creationId xmlns:a16="http://schemas.microsoft.com/office/drawing/2014/main" id="{C55E7D34-23DF-0D9B-B543-C4A545F1FEB6}"/>
              </a:ext>
            </a:extLst>
          </p:cNvPr>
          <p:cNvSpPr txBox="1"/>
          <p:nvPr/>
        </p:nvSpPr>
        <p:spPr>
          <a:xfrm>
            <a:off x="3516181" y="2110560"/>
            <a:ext cx="506790" cy="260618"/>
          </a:xfrm>
          <a:prstGeom prst="roundRect">
            <a:avLst/>
          </a:prstGeom>
          <a:solidFill>
            <a:srgbClr val="FFFFFF">
              <a:alpha val="78000"/>
            </a:srgbClr>
          </a:solidFill>
          <a:ln>
            <a:noFill/>
          </a:ln>
        </p:spPr>
        <p:txBody>
          <a:bodyPr vert="horz" wrap="square" lIns="36000" tIns="25200" rIns="36000" bIns="25200" rtlCol="0" anchor="ctr">
            <a:spAutoFit/>
          </a:bodyPr>
          <a:lstStyle>
            <a:defPPr>
              <a:defRPr lang="ja-JP"/>
            </a:defPPr>
            <a:lvl1pPr indent="0">
              <a:buNone/>
              <a:defRPr sz="1200" b="1"/>
            </a:lvl1pPr>
          </a:lstStyle>
          <a:p>
            <a:pPr marL="0" marR="0" lvl="0" indent="0" algn="ctr" defTabSz="91423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1" i="0" u="none" strike="noStrike" kern="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Open Sans"/>
                <a:ea typeface="源暎エムゴv2 Regular"/>
              </a:rPr>
              <a:t>Web</a:t>
            </a:r>
          </a:p>
        </p:txBody>
      </p:sp>
      <p:sp>
        <p:nvSpPr>
          <p:cNvPr id="118" name="正方形/長方形 3">
            <a:extLst>
              <a:ext uri="{FF2B5EF4-FFF2-40B4-BE49-F238E27FC236}">
                <a16:creationId xmlns:a16="http://schemas.microsoft.com/office/drawing/2014/main" id="{2C7064D7-4ACB-D175-4D46-4AA8C78A9742}"/>
              </a:ext>
            </a:extLst>
          </p:cNvPr>
          <p:cNvSpPr/>
          <p:nvPr/>
        </p:nvSpPr>
        <p:spPr>
          <a:xfrm rot="5400000">
            <a:off x="4092245" y="4005065"/>
            <a:ext cx="432048" cy="864096"/>
          </a:xfrm>
          <a:custGeom>
            <a:avLst>
              <a:gd name="adj" fmla="val -284202"/>
            </a:avLst>
            <a:gdLst>
              <a:gd name="maxAdj" fmla="*/ 100000 w ss"/>
              <a:gd name="a" fmla="+- 0 adj maxAdj"/>
              <a:gd name="x1" fmla="*/ ss a 200000"/>
              <a:gd name="x2" fmla="*/ adj 1 1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  <a:gd name="x7" fmla="+- r x2 0"/>
              <a:gd name="hd4t3" fmla="*/ hd4 3 1"/>
            </a:gdLst>
            <a:ahLst>
              <a:ahXY gdRefX="adj" minX="-2147483647" maxX="2147483647">
                <a:pos x="x2" y="t"/>
              </a:ahXY>
            </a:ahLst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il" t="it" r="ir" b="ib"/>
            <a:pathLst>
              <a:path>
                <a:moveTo>
                  <a:pt x="l" y="b"/>
                </a:moveTo>
                <a:cubicBezTo>
                  <a:pt x="l" y="hd4t3"/>
                  <a:pt x="x2" y="hd4"/>
                  <a:pt x="x2" y="t"/>
                </a:cubicBezTo>
                <a:lnTo>
                  <a:pt x="x2" y="t"/>
                </a:lnTo>
                <a:lnTo>
                  <a:pt x="x7" y="t"/>
                </a:lnTo>
                <a:cubicBezTo>
                  <a:pt x="x7" y="hd4"/>
                  <a:pt x="r" y="hd4t3"/>
                  <a:pt x="r" y="b"/>
                </a:cubicBezTo>
                <a:close/>
              </a:path>
            </a:pathLst>
          </a:custGeom>
          <a:solidFill>
            <a:srgbClr val="D6D5D3">
              <a:alpha val="50000"/>
            </a:srgbClr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19" name="正方形/長方形 118">
            <a:extLst>
              <a:ext uri="{FF2B5EF4-FFF2-40B4-BE49-F238E27FC236}">
                <a16:creationId xmlns:a16="http://schemas.microsoft.com/office/drawing/2014/main" id="{59E7A3B7-0557-4BBC-4724-4A0E0301811D}"/>
              </a:ext>
            </a:extLst>
          </p:cNvPr>
          <p:cNvSpPr/>
          <p:nvPr/>
        </p:nvSpPr>
        <p:spPr>
          <a:xfrm>
            <a:off x="4740317" y="3933057"/>
            <a:ext cx="228600" cy="432048"/>
          </a:xfrm>
          <a:prstGeom prst="rect">
            <a:avLst/>
          </a:prstGeom>
          <a:solidFill>
            <a:srgbClr val="81DFD2"/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20" name="正方形/長方形 3">
            <a:extLst>
              <a:ext uri="{FF2B5EF4-FFF2-40B4-BE49-F238E27FC236}">
                <a16:creationId xmlns:a16="http://schemas.microsoft.com/office/drawing/2014/main" id="{FB4F3A24-68AF-2EC1-AEEC-8EA9BCBA956A}"/>
              </a:ext>
            </a:extLst>
          </p:cNvPr>
          <p:cNvSpPr/>
          <p:nvPr/>
        </p:nvSpPr>
        <p:spPr>
          <a:xfrm rot="5400000">
            <a:off x="5388389" y="1124744"/>
            <a:ext cx="576064" cy="1440160"/>
          </a:xfrm>
          <a:custGeom>
            <a:avLst>
              <a:gd name="adj" fmla="val 2884154"/>
            </a:avLst>
            <a:gdLst>
              <a:gd name="maxAdj" fmla="*/ 100000 w ss"/>
              <a:gd name="a" fmla="+- 0 adj maxAdj"/>
              <a:gd name="x1" fmla="*/ ss a 200000"/>
              <a:gd name="x2" fmla="*/ adj 1 1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  <a:gd name="x7" fmla="+- r x2 0"/>
              <a:gd name="hd4t3" fmla="*/ hd4 3 1"/>
            </a:gdLst>
            <a:ahLst>
              <a:ahXY gdRefX="adj" minX="-2147483647" maxX="2147483647">
                <a:pos x="x2" y="t"/>
              </a:ahXY>
            </a:ahLst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il" t="it" r="ir" b="ib"/>
            <a:pathLst>
              <a:path>
                <a:moveTo>
                  <a:pt x="l" y="b"/>
                </a:moveTo>
                <a:cubicBezTo>
                  <a:pt x="l" y="hd4t3"/>
                  <a:pt x="x2" y="hd4"/>
                  <a:pt x="x2" y="t"/>
                </a:cubicBezTo>
                <a:lnTo>
                  <a:pt x="x2" y="t"/>
                </a:lnTo>
                <a:lnTo>
                  <a:pt x="x7" y="t"/>
                </a:lnTo>
                <a:cubicBezTo>
                  <a:pt x="x7" y="hd4"/>
                  <a:pt x="r" y="hd4t3"/>
                  <a:pt x="r" y="b"/>
                </a:cubicBezTo>
                <a:close/>
              </a:path>
            </a:pathLst>
          </a:custGeom>
          <a:solidFill>
            <a:srgbClr val="FFFFFF">
              <a:lumMod val="85000"/>
              <a:alpha val="20000"/>
            </a:srgbClr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21" name="正方形/長方形 3">
            <a:extLst>
              <a:ext uri="{FF2B5EF4-FFF2-40B4-BE49-F238E27FC236}">
                <a16:creationId xmlns:a16="http://schemas.microsoft.com/office/drawing/2014/main" id="{4EFCAC73-8D2B-FCEC-8FDE-421E1F617D2F}"/>
              </a:ext>
            </a:extLst>
          </p:cNvPr>
          <p:cNvSpPr/>
          <p:nvPr/>
        </p:nvSpPr>
        <p:spPr>
          <a:xfrm rot="5400000">
            <a:off x="5604413" y="2492897"/>
            <a:ext cx="144016" cy="1440160"/>
          </a:xfrm>
          <a:custGeom>
            <a:avLst>
              <a:gd name="adj" fmla="val 2017516"/>
            </a:avLst>
            <a:gdLst>
              <a:gd name="maxAdj" fmla="*/ 100000 w ss"/>
              <a:gd name="a" fmla="+- 0 adj maxAdj"/>
              <a:gd name="x1" fmla="*/ ss a 200000"/>
              <a:gd name="x2" fmla="*/ adj 1 1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  <a:gd name="x7" fmla="+- r x2 0"/>
              <a:gd name="hd4t3" fmla="*/ hd4 3 1"/>
            </a:gdLst>
            <a:ahLst>
              <a:ahXY gdRefX="adj" minX="-2147483647" maxX="2147483647">
                <a:pos x="x2" y="t"/>
              </a:ahXY>
            </a:ahLst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il" t="it" r="ir" b="ib"/>
            <a:pathLst>
              <a:path>
                <a:moveTo>
                  <a:pt x="l" y="b"/>
                </a:moveTo>
                <a:cubicBezTo>
                  <a:pt x="l" y="hd4t3"/>
                  <a:pt x="x2" y="hd4"/>
                  <a:pt x="x2" y="t"/>
                </a:cubicBezTo>
                <a:lnTo>
                  <a:pt x="x2" y="t"/>
                </a:lnTo>
                <a:lnTo>
                  <a:pt x="x7" y="t"/>
                </a:lnTo>
                <a:cubicBezTo>
                  <a:pt x="x7" y="hd4"/>
                  <a:pt x="r" y="hd4t3"/>
                  <a:pt x="r" y="b"/>
                </a:cubicBezTo>
                <a:close/>
              </a:path>
            </a:pathLst>
          </a:custGeom>
          <a:solidFill>
            <a:srgbClr val="FFFFFF">
              <a:lumMod val="85000"/>
              <a:alpha val="20000"/>
            </a:srgbClr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22" name="正方形/長方形 3">
            <a:extLst>
              <a:ext uri="{FF2B5EF4-FFF2-40B4-BE49-F238E27FC236}">
                <a16:creationId xmlns:a16="http://schemas.microsoft.com/office/drawing/2014/main" id="{00478852-BCE9-801E-AB80-A452C3FE587C}"/>
              </a:ext>
            </a:extLst>
          </p:cNvPr>
          <p:cNvSpPr/>
          <p:nvPr/>
        </p:nvSpPr>
        <p:spPr>
          <a:xfrm rot="5400000">
            <a:off x="5604413" y="2924945"/>
            <a:ext cx="144016" cy="1440160"/>
          </a:xfrm>
          <a:custGeom>
            <a:avLst>
              <a:gd name="adj" fmla="val 1727798"/>
            </a:avLst>
            <a:gdLst>
              <a:gd name="maxAdj" fmla="*/ 100000 w ss"/>
              <a:gd name="a" fmla="+- 0 adj maxAdj"/>
              <a:gd name="x1" fmla="*/ ss a 200000"/>
              <a:gd name="x2" fmla="*/ adj 1 1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  <a:gd name="x7" fmla="+- r x2 0"/>
              <a:gd name="hd4t3" fmla="*/ hd4 3 1"/>
            </a:gdLst>
            <a:ahLst>
              <a:ahXY gdRefX="adj" minX="-2147483647" maxX="2147483647">
                <a:pos x="x2" y="t"/>
              </a:ahXY>
            </a:ahLst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il" t="it" r="ir" b="ib"/>
            <a:pathLst>
              <a:path>
                <a:moveTo>
                  <a:pt x="l" y="b"/>
                </a:moveTo>
                <a:cubicBezTo>
                  <a:pt x="l" y="hd4t3"/>
                  <a:pt x="x2" y="hd4"/>
                  <a:pt x="x2" y="t"/>
                </a:cubicBezTo>
                <a:lnTo>
                  <a:pt x="x2" y="t"/>
                </a:lnTo>
                <a:lnTo>
                  <a:pt x="x7" y="t"/>
                </a:lnTo>
                <a:cubicBezTo>
                  <a:pt x="x7" y="hd4"/>
                  <a:pt x="r" y="hd4t3"/>
                  <a:pt x="r" y="b"/>
                </a:cubicBezTo>
                <a:close/>
              </a:path>
            </a:pathLst>
          </a:custGeom>
          <a:solidFill>
            <a:srgbClr val="FFFFFF">
              <a:lumMod val="85000"/>
              <a:alpha val="20000"/>
            </a:srgbClr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23" name="正方形/長方形 3">
            <a:extLst>
              <a:ext uri="{FF2B5EF4-FFF2-40B4-BE49-F238E27FC236}">
                <a16:creationId xmlns:a16="http://schemas.microsoft.com/office/drawing/2014/main" id="{2EBD8B90-FF3D-EC36-0F82-0B083C0E697C}"/>
              </a:ext>
            </a:extLst>
          </p:cNvPr>
          <p:cNvSpPr/>
          <p:nvPr/>
        </p:nvSpPr>
        <p:spPr>
          <a:xfrm rot="5400000">
            <a:off x="4164253" y="2852937"/>
            <a:ext cx="288032" cy="864096"/>
          </a:xfrm>
          <a:custGeom>
            <a:avLst>
              <a:gd name="adj" fmla="val -137744"/>
            </a:avLst>
            <a:gdLst>
              <a:gd name="maxAdj" fmla="*/ 100000 w ss"/>
              <a:gd name="a" fmla="+- 0 adj maxAdj"/>
              <a:gd name="x1" fmla="*/ ss a 200000"/>
              <a:gd name="x2" fmla="*/ adj 1 1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  <a:gd name="x7" fmla="+- r x2 0"/>
              <a:gd name="hd4t3" fmla="*/ hd4 3 1"/>
            </a:gdLst>
            <a:ahLst>
              <a:ahXY gdRefX="adj" minX="-2147483647" maxX="2147483647">
                <a:pos x="x2" y="t"/>
              </a:ahXY>
            </a:ahLst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il" t="it" r="ir" b="ib"/>
            <a:pathLst>
              <a:path>
                <a:moveTo>
                  <a:pt x="l" y="b"/>
                </a:moveTo>
                <a:cubicBezTo>
                  <a:pt x="l" y="hd4t3"/>
                  <a:pt x="x2" y="hd4"/>
                  <a:pt x="x2" y="t"/>
                </a:cubicBezTo>
                <a:lnTo>
                  <a:pt x="x2" y="t"/>
                </a:lnTo>
                <a:lnTo>
                  <a:pt x="x7" y="t"/>
                </a:lnTo>
                <a:cubicBezTo>
                  <a:pt x="x7" y="hd4"/>
                  <a:pt x="r" y="hd4t3"/>
                  <a:pt x="r" y="b"/>
                </a:cubicBezTo>
                <a:close/>
              </a:path>
            </a:pathLst>
          </a:custGeom>
          <a:solidFill>
            <a:srgbClr val="D6D5D3">
              <a:alpha val="50000"/>
            </a:srgbClr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24" name="正方形/長方形 3">
            <a:extLst>
              <a:ext uri="{FF2B5EF4-FFF2-40B4-BE49-F238E27FC236}">
                <a16:creationId xmlns:a16="http://schemas.microsoft.com/office/drawing/2014/main" id="{3285BC44-C587-2344-16BF-C6D02E35581A}"/>
              </a:ext>
            </a:extLst>
          </p:cNvPr>
          <p:cNvSpPr/>
          <p:nvPr/>
        </p:nvSpPr>
        <p:spPr>
          <a:xfrm rot="5400000">
            <a:off x="4236261" y="3068961"/>
            <a:ext cx="144016" cy="864096"/>
          </a:xfrm>
          <a:custGeom>
            <a:avLst>
              <a:gd name="adj" fmla="val 75571"/>
            </a:avLst>
            <a:gdLst>
              <a:gd name="maxAdj" fmla="*/ 100000 w ss"/>
              <a:gd name="a" fmla="+- 0 adj maxAdj"/>
              <a:gd name="x1" fmla="*/ ss a 200000"/>
              <a:gd name="x2" fmla="*/ adj 1 1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  <a:gd name="x7" fmla="+- r x2 0"/>
              <a:gd name="hd4t3" fmla="*/ hd4 3 1"/>
            </a:gdLst>
            <a:ahLst>
              <a:ahXY gdRefX="adj" minX="-2147483647" maxX="2147483647">
                <a:pos x="x2" y="t"/>
              </a:ahXY>
            </a:ahLst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il" t="it" r="ir" b="ib"/>
            <a:pathLst>
              <a:path>
                <a:moveTo>
                  <a:pt x="l" y="b"/>
                </a:moveTo>
                <a:cubicBezTo>
                  <a:pt x="l" y="hd4t3"/>
                  <a:pt x="x2" y="hd4"/>
                  <a:pt x="x2" y="t"/>
                </a:cubicBezTo>
                <a:lnTo>
                  <a:pt x="x2" y="t"/>
                </a:lnTo>
                <a:lnTo>
                  <a:pt x="x7" y="t"/>
                </a:lnTo>
                <a:cubicBezTo>
                  <a:pt x="x7" y="hd4"/>
                  <a:pt x="r" y="hd4t3"/>
                  <a:pt x="r" y="b"/>
                </a:cubicBezTo>
                <a:close/>
              </a:path>
            </a:pathLst>
          </a:custGeom>
          <a:solidFill>
            <a:srgbClr val="D6D5D3">
              <a:alpha val="50000"/>
            </a:srgbClr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25" name="正方形/長方形 3">
            <a:extLst>
              <a:ext uri="{FF2B5EF4-FFF2-40B4-BE49-F238E27FC236}">
                <a16:creationId xmlns:a16="http://schemas.microsoft.com/office/drawing/2014/main" id="{3B6A9ED0-2B69-60F4-B8C2-508AF1BAC7BF}"/>
              </a:ext>
            </a:extLst>
          </p:cNvPr>
          <p:cNvSpPr/>
          <p:nvPr/>
        </p:nvSpPr>
        <p:spPr>
          <a:xfrm rot="5400000">
            <a:off x="3948229" y="2348881"/>
            <a:ext cx="720080" cy="864096"/>
          </a:xfrm>
          <a:custGeom>
            <a:avLst>
              <a:gd name="adj" fmla="val -215259"/>
            </a:avLst>
            <a:gdLst>
              <a:gd name="maxAdj" fmla="*/ 100000 w ss"/>
              <a:gd name="a" fmla="+- 0 adj maxAdj"/>
              <a:gd name="x1" fmla="*/ ss a 200000"/>
              <a:gd name="x2" fmla="*/ adj 1 1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  <a:gd name="x7" fmla="+- r x2 0"/>
              <a:gd name="hd4t3" fmla="*/ hd4 3 1"/>
            </a:gdLst>
            <a:ahLst>
              <a:ahXY gdRefX="adj" minX="-2147483647" maxX="2147483647">
                <a:pos x="x2" y="t"/>
              </a:ahXY>
            </a:ahLst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il" t="it" r="ir" b="ib"/>
            <a:pathLst>
              <a:path>
                <a:moveTo>
                  <a:pt x="l" y="b"/>
                </a:moveTo>
                <a:cubicBezTo>
                  <a:pt x="l" y="hd4t3"/>
                  <a:pt x="x2" y="hd4"/>
                  <a:pt x="x2" y="t"/>
                </a:cubicBezTo>
                <a:lnTo>
                  <a:pt x="x2" y="t"/>
                </a:lnTo>
                <a:lnTo>
                  <a:pt x="x7" y="t"/>
                </a:lnTo>
                <a:cubicBezTo>
                  <a:pt x="x7" y="hd4"/>
                  <a:pt x="r" y="hd4t3"/>
                  <a:pt x="r" y="b"/>
                </a:cubicBezTo>
                <a:close/>
              </a:path>
            </a:pathLst>
          </a:custGeom>
          <a:solidFill>
            <a:srgbClr val="D6D5D3">
              <a:alpha val="50000"/>
            </a:srgbClr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26" name="正方形/長方形 3">
            <a:extLst>
              <a:ext uri="{FF2B5EF4-FFF2-40B4-BE49-F238E27FC236}">
                <a16:creationId xmlns:a16="http://schemas.microsoft.com/office/drawing/2014/main" id="{F9784A8B-CD38-548E-224B-0AFA3658F81A}"/>
              </a:ext>
            </a:extLst>
          </p:cNvPr>
          <p:cNvSpPr/>
          <p:nvPr/>
        </p:nvSpPr>
        <p:spPr>
          <a:xfrm rot="5400000">
            <a:off x="4164253" y="4365105"/>
            <a:ext cx="288032" cy="864096"/>
          </a:xfrm>
          <a:custGeom>
            <a:avLst>
              <a:gd name="adj" fmla="val -143231"/>
            </a:avLst>
            <a:gdLst>
              <a:gd name="maxAdj" fmla="*/ 100000 w ss"/>
              <a:gd name="a" fmla="+- 0 adj maxAdj"/>
              <a:gd name="x1" fmla="*/ ss a 200000"/>
              <a:gd name="x2" fmla="*/ adj 1 1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  <a:gd name="x7" fmla="+- r x2 0"/>
              <a:gd name="hd4t3" fmla="*/ hd4 3 1"/>
            </a:gdLst>
            <a:ahLst>
              <a:ahXY gdRefX="adj" minX="-2147483647" maxX="2147483647">
                <a:pos x="x2" y="t"/>
              </a:ahXY>
            </a:ahLst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il" t="it" r="ir" b="ib"/>
            <a:pathLst>
              <a:path>
                <a:moveTo>
                  <a:pt x="l" y="b"/>
                </a:moveTo>
                <a:cubicBezTo>
                  <a:pt x="l" y="hd4t3"/>
                  <a:pt x="x2" y="hd4"/>
                  <a:pt x="x2" y="t"/>
                </a:cubicBezTo>
                <a:lnTo>
                  <a:pt x="x2" y="t"/>
                </a:lnTo>
                <a:lnTo>
                  <a:pt x="x7" y="t"/>
                </a:lnTo>
                <a:cubicBezTo>
                  <a:pt x="x7" y="hd4"/>
                  <a:pt x="r" y="hd4t3"/>
                  <a:pt x="r" y="b"/>
                </a:cubicBezTo>
                <a:close/>
              </a:path>
            </a:pathLst>
          </a:custGeom>
          <a:solidFill>
            <a:srgbClr val="FFFFFF">
              <a:lumMod val="85000"/>
              <a:alpha val="20000"/>
            </a:srgbClr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27" name="正方形/長方形 126">
            <a:extLst>
              <a:ext uri="{FF2B5EF4-FFF2-40B4-BE49-F238E27FC236}">
                <a16:creationId xmlns:a16="http://schemas.microsoft.com/office/drawing/2014/main" id="{3D04FE67-65FF-0787-F438-0BB18DC3E17F}"/>
              </a:ext>
            </a:extLst>
          </p:cNvPr>
          <p:cNvSpPr/>
          <p:nvPr/>
        </p:nvSpPr>
        <p:spPr>
          <a:xfrm>
            <a:off x="4740317" y="2204865"/>
            <a:ext cx="228600" cy="720080"/>
          </a:xfrm>
          <a:prstGeom prst="rect">
            <a:avLst/>
          </a:prstGeom>
          <a:solidFill>
            <a:srgbClr val="81DFD2"/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28" name="正方形/長方形 127">
            <a:extLst>
              <a:ext uri="{FF2B5EF4-FFF2-40B4-BE49-F238E27FC236}">
                <a16:creationId xmlns:a16="http://schemas.microsoft.com/office/drawing/2014/main" id="{82457199-04D8-864F-6CE3-8C6BE77E31B6}"/>
              </a:ext>
            </a:extLst>
          </p:cNvPr>
          <p:cNvSpPr/>
          <p:nvPr/>
        </p:nvSpPr>
        <p:spPr>
          <a:xfrm>
            <a:off x="4740317" y="4509120"/>
            <a:ext cx="228600" cy="288034"/>
          </a:xfrm>
          <a:prstGeom prst="rect">
            <a:avLst/>
          </a:prstGeom>
          <a:solidFill>
            <a:srgbClr val="6B2E9F"/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29" name="テキスト ボックス 128">
            <a:extLst>
              <a:ext uri="{FF2B5EF4-FFF2-40B4-BE49-F238E27FC236}">
                <a16:creationId xmlns:a16="http://schemas.microsoft.com/office/drawing/2014/main" id="{9A0A478B-B388-5221-4BA6-5976A3A737AE}"/>
              </a:ext>
            </a:extLst>
          </p:cNvPr>
          <p:cNvSpPr txBox="1"/>
          <p:nvPr/>
        </p:nvSpPr>
        <p:spPr>
          <a:xfrm>
            <a:off x="4524293" y="4509120"/>
            <a:ext cx="695029" cy="260618"/>
          </a:xfrm>
          <a:prstGeom prst="roundRect">
            <a:avLst/>
          </a:prstGeom>
          <a:solidFill>
            <a:srgbClr val="FFFFFF">
              <a:alpha val="78000"/>
            </a:srgbClr>
          </a:solidFill>
          <a:ln>
            <a:noFill/>
          </a:ln>
        </p:spPr>
        <p:txBody>
          <a:bodyPr vert="horz" wrap="none" lIns="36000" tIns="25200" rIns="36000" bIns="25200" rtlCol="0" anchor="ctr">
            <a:spAutoFit/>
          </a:bodyPr>
          <a:lstStyle>
            <a:defPPr>
              <a:defRPr lang="ja-JP"/>
            </a:defPPr>
            <a:lvl1pPr indent="0">
              <a:buNone/>
              <a:defRPr sz="1200" b="1"/>
            </a:lvl1pPr>
          </a:lstStyle>
          <a:p>
            <a:pPr marL="0" marR="0" lvl="0" indent="0" algn="ctr" defTabSz="91423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i="0" u="none" strike="noStrike" kern="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Open Sans"/>
                <a:ea typeface="源暎エムゴv2 Regular"/>
              </a:rPr>
              <a:t>技術書沼</a:t>
            </a:r>
            <a:endParaRPr kumimoji="0" lang="en-US" altLang="ja-JP" sz="1200" b="1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"/>
              <a:ea typeface="源暎エムゴv2 Regular"/>
            </a:endParaRPr>
          </a:p>
        </p:txBody>
      </p:sp>
      <p:sp>
        <p:nvSpPr>
          <p:cNvPr id="130" name="テキスト ボックス 129">
            <a:extLst>
              <a:ext uri="{FF2B5EF4-FFF2-40B4-BE49-F238E27FC236}">
                <a16:creationId xmlns:a16="http://schemas.microsoft.com/office/drawing/2014/main" id="{2845DD9C-6BB3-BD7D-FC99-205B788CAF4C}"/>
              </a:ext>
            </a:extLst>
          </p:cNvPr>
          <p:cNvSpPr txBox="1"/>
          <p:nvPr/>
        </p:nvSpPr>
        <p:spPr>
          <a:xfrm>
            <a:off x="1500225" y="3284985"/>
            <a:ext cx="866062" cy="464929"/>
          </a:xfrm>
          <a:prstGeom prst="roundRect">
            <a:avLst/>
          </a:prstGeom>
          <a:solidFill>
            <a:srgbClr val="FFFFFF">
              <a:alpha val="78000"/>
            </a:srgbClr>
          </a:solidFill>
          <a:ln>
            <a:noFill/>
          </a:ln>
        </p:spPr>
        <p:txBody>
          <a:bodyPr vert="horz" wrap="none" lIns="36000" tIns="25200" rIns="36000" bIns="25200" rtlCol="0" anchor="ctr">
            <a:spAutoFit/>
          </a:bodyPr>
          <a:lstStyle/>
          <a:p>
            <a:pPr marL="0" marR="0" lvl="0" indent="0" algn="ctr" defTabSz="91423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i="0" u="none" strike="noStrike" kern="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Open Sans"/>
                <a:ea typeface="源暎エムゴv2 Regular"/>
              </a:rPr>
              <a:t>駆け出し</a:t>
            </a:r>
            <a:br>
              <a:rPr kumimoji="0" lang="en-US" altLang="ja-JP" sz="1200" b="1" i="0" u="none" strike="noStrike" kern="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Open Sans"/>
                <a:ea typeface="源暎エムゴv2 Regular"/>
              </a:rPr>
            </a:br>
            <a:r>
              <a:rPr kumimoji="0" lang="ja-JP" altLang="en-US" sz="1200" b="1" i="0" u="none" strike="noStrike" kern="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Open Sans"/>
                <a:ea typeface="源暎エムゴv2 Regular"/>
              </a:rPr>
              <a:t>エンジニア</a:t>
            </a:r>
          </a:p>
        </p:txBody>
      </p:sp>
      <p:sp>
        <p:nvSpPr>
          <p:cNvPr id="131" name="テキスト ボックス 130">
            <a:extLst>
              <a:ext uri="{FF2B5EF4-FFF2-40B4-BE49-F238E27FC236}">
                <a16:creationId xmlns:a16="http://schemas.microsoft.com/office/drawing/2014/main" id="{A235D235-6643-7A55-085B-161F08963DE3}"/>
              </a:ext>
            </a:extLst>
          </p:cNvPr>
          <p:cNvSpPr txBox="1"/>
          <p:nvPr/>
        </p:nvSpPr>
        <p:spPr>
          <a:xfrm>
            <a:off x="3590819" y="4509121"/>
            <a:ext cx="395774" cy="260618"/>
          </a:xfrm>
          <a:prstGeom prst="roundRect">
            <a:avLst/>
          </a:prstGeom>
          <a:solidFill>
            <a:srgbClr val="FFFFFF">
              <a:alpha val="78000"/>
            </a:srgbClr>
          </a:solidFill>
          <a:ln>
            <a:noFill/>
          </a:ln>
        </p:spPr>
        <p:txBody>
          <a:bodyPr vert="horz" wrap="none" lIns="36000" tIns="25200" rIns="36000" bIns="25200" rtlCol="0" anchor="ctr">
            <a:spAutoFit/>
          </a:bodyPr>
          <a:lstStyle>
            <a:defPPr>
              <a:defRPr lang="ja-JP"/>
            </a:defPPr>
            <a:lvl1pPr indent="0">
              <a:buNone/>
              <a:defRPr sz="1200" b="1"/>
            </a:lvl1pPr>
          </a:lstStyle>
          <a:p>
            <a:pPr marL="0" marR="0" lvl="0" indent="0" algn="ctr" defTabSz="91423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i="0" u="none" strike="noStrike" kern="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Open Sans"/>
                <a:ea typeface="源暎エムゴv2 Regular"/>
              </a:rPr>
              <a:t>書籍</a:t>
            </a:r>
            <a:endParaRPr kumimoji="0" lang="en-US" altLang="ja-JP" sz="1200" b="1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"/>
              <a:ea typeface="源暎エムゴv2 Regular"/>
            </a:endParaRPr>
          </a:p>
        </p:txBody>
      </p:sp>
      <p:sp>
        <p:nvSpPr>
          <p:cNvPr id="132" name="正方形/長方形 3">
            <a:extLst>
              <a:ext uri="{FF2B5EF4-FFF2-40B4-BE49-F238E27FC236}">
                <a16:creationId xmlns:a16="http://schemas.microsoft.com/office/drawing/2014/main" id="{0ED2D067-9D75-FC60-6A77-21E6242E8BB5}"/>
              </a:ext>
            </a:extLst>
          </p:cNvPr>
          <p:cNvSpPr/>
          <p:nvPr/>
        </p:nvSpPr>
        <p:spPr>
          <a:xfrm rot="5400000">
            <a:off x="5604413" y="2348881"/>
            <a:ext cx="144016" cy="1440160"/>
          </a:xfrm>
          <a:custGeom>
            <a:avLst>
              <a:gd name="adj" fmla="val -297059"/>
            </a:avLst>
            <a:gdLst>
              <a:gd name="maxAdj" fmla="*/ 100000 w ss"/>
              <a:gd name="a" fmla="+- 0 adj maxAdj"/>
              <a:gd name="x1" fmla="*/ ss a 200000"/>
              <a:gd name="x2" fmla="*/ adj 1 1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  <a:gd name="x7" fmla="+- r x2 0"/>
              <a:gd name="hd4t3" fmla="*/ hd4 3 1"/>
            </a:gdLst>
            <a:ahLst>
              <a:ahXY gdRefX="adj" minX="-2147483647" maxX="2147483647">
                <a:pos x="x2" y="t"/>
              </a:ahXY>
            </a:ahLst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il" t="it" r="ir" b="ib"/>
            <a:pathLst>
              <a:path>
                <a:moveTo>
                  <a:pt x="l" y="b"/>
                </a:moveTo>
                <a:cubicBezTo>
                  <a:pt x="l" y="hd4t3"/>
                  <a:pt x="x2" y="hd4"/>
                  <a:pt x="x2" y="t"/>
                </a:cubicBezTo>
                <a:lnTo>
                  <a:pt x="x2" y="t"/>
                </a:lnTo>
                <a:lnTo>
                  <a:pt x="x7" y="t"/>
                </a:lnTo>
                <a:cubicBezTo>
                  <a:pt x="x7" y="hd4"/>
                  <a:pt x="r" y="hd4t3"/>
                  <a:pt x="r" y="b"/>
                </a:cubicBezTo>
                <a:close/>
              </a:path>
            </a:pathLst>
          </a:custGeom>
          <a:solidFill>
            <a:srgbClr val="D6D5D3">
              <a:alpha val="50000"/>
            </a:srgbClr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B75168BC-C0D4-D8EF-16E0-C934E11E8DE2}"/>
              </a:ext>
            </a:extLst>
          </p:cNvPr>
          <p:cNvSpPr/>
          <p:nvPr/>
        </p:nvSpPr>
        <p:spPr>
          <a:xfrm>
            <a:off x="6396501" y="1772816"/>
            <a:ext cx="228600" cy="1872209"/>
          </a:xfrm>
          <a:prstGeom prst="rect">
            <a:avLst/>
          </a:prstGeom>
          <a:solidFill>
            <a:srgbClr val="4BA02B"/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34" name="正方形/長方形 3">
            <a:extLst>
              <a:ext uri="{FF2B5EF4-FFF2-40B4-BE49-F238E27FC236}">
                <a16:creationId xmlns:a16="http://schemas.microsoft.com/office/drawing/2014/main" id="{95FAAD49-CAB8-5A12-99E7-161F930FE5DB}"/>
              </a:ext>
            </a:extLst>
          </p:cNvPr>
          <p:cNvSpPr/>
          <p:nvPr/>
        </p:nvSpPr>
        <p:spPr>
          <a:xfrm rot="5400000">
            <a:off x="5460397" y="3429001"/>
            <a:ext cx="432048" cy="1440160"/>
          </a:xfrm>
          <a:custGeom>
            <a:avLst>
              <a:gd name="adj" fmla="val -939170"/>
            </a:avLst>
            <a:gdLst>
              <a:gd name="maxAdj" fmla="*/ 100000 w ss"/>
              <a:gd name="a" fmla="+- 0 adj maxAdj"/>
              <a:gd name="x1" fmla="*/ ss a 200000"/>
              <a:gd name="x2" fmla="*/ adj 1 1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  <a:gd name="x7" fmla="+- r x2 0"/>
              <a:gd name="hd4t3" fmla="*/ hd4 3 1"/>
            </a:gdLst>
            <a:ahLst>
              <a:ahXY gdRefX="adj" minX="-2147483647" maxX="2147483647">
                <a:pos x="x2" y="t"/>
              </a:ahXY>
            </a:ahLst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il" t="it" r="ir" b="ib"/>
            <a:pathLst>
              <a:path>
                <a:moveTo>
                  <a:pt x="l" y="b"/>
                </a:moveTo>
                <a:cubicBezTo>
                  <a:pt x="l" y="hd4t3"/>
                  <a:pt x="x2" y="hd4"/>
                  <a:pt x="x2" y="t"/>
                </a:cubicBezTo>
                <a:lnTo>
                  <a:pt x="x2" y="t"/>
                </a:lnTo>
                <a:lnTo>
                  <a:pt x="x7" y="t"/>
                </a:lnTo>
                <a:cubicBezTo>
                  <a:pt x="x7" y="hd4"/>
                  <a:pt x="r" y="hd4t3"/>
                  <a:pt x="r" y="b"/>
                </a:cubicBezTo>
                <a:close/>
              </a:path>
            </a:pathLst>
          </a:custGeom>
          <a:solidFill>
            <a:srgbClr val="D6D5D3">
              <a:alpha val="50000"/>
            </a:srgbClr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35" name="正方形/長方形 3">
            <a:extLst>
              <a:ext uri="{FF2B5EF4-FFF2-40B4-BE49-F238E27FC236}">
                <a16:creationId xmlns:a16="http://schemas.microsoft.com/office/drawing/2014/main" id="{8F164B68-1691-8BEC-D7D0-C84A76DAE9B1}"/>
              </a:ext>
            </a:extLst>
          </p:cNvPr>
          <p:cNvSpPr/>
          <p:nvPr/>
        </p:nvSpPr>
        <p:spPr>
          <a:xfrm rot="5400000">
            <a:off x="5496401" y="656692"/>
            <a:ext cx="360040" cy="1440160"/>
          </a:xfrm>
          <a:custGeom>
            <a:avLst>
              <a:gd name="adj" fmla="val 2598700"/>
            </a:avLst>
            <a:gdLst>
              <a:gd name="maxAdj" fmla="*/ 100000 w ss"/>
              <a:gd name="a" fmla="+- 0 adj maxAdj"/>
              <a:gd name="x1" fmla="*/ ss a 200000"/>
              <a:gd name="x2" fmla="*/ adj 1 1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  <a:gd name="x7" fmla="+- r x2 0"/>
              <a:gd name="hd4t3" fmla="*/ hd4 3 1"/>
            </a:gdLst>
            <a:ahLst>
              <a:ahXY gdRefX="adj" minX="-2147483647" maxX="2147483647">
                <a:pos x="x2" y="t"/>
              </a:ahXY>
            </a:ahLst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il" t="it" r="ir" b="ib"/>
            <a:pathLst>
              <a:path>
                <a:moveTo>
                  <a:pt x="l" y="b"/>
                </a:moveTo>
                <a:cubicBezTo>
                  <a:pt x="l" y="hd4t3"/>
                  <a:pt x="x2" y="hd4"/>
                  <a:pt x="x2" y="t"/>
                </a:cubicBezTo>
                <a:lnTo>
                  <a:pt x="x2" y="t"/>
                </a:lnTo>
                <a:lnTo>
                  <a:pt x="x7" y="t"/>
                </a:lnTo>
                <a:cubicBezTo>
                  <a:pt x="x7" y="hd4"/>
                  <a:pt x="r" y="hd4t3"/>
                  <a:pt x="r" y="b"/>
                </a:cubicBezTo>
                <a:close/>
              </a:path>
            </a:pathLst>
          </a:custGeom>
          <a:solidFill>
            <a:srgbClr val="FFFFFF">
              <a:lumMod val="85000"/>
              <a:alpha val="20000"/>
            </a:srgbClr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36" name="正方形/長方形 135">
            <a:extLst>
              <a:ext uri="{FF2B5EF4-FFF2-40B4-BE49-F238E27FC236}">
                <a16:creationId xmlns:a16="http://schemas.microsoft.com/office/drawing/2014/main" id="{886D9A96-FCAA-65D5-9294-3119276C4698}"/>
              </a:ext>
            </a:extLst>
          </p:cNvPr>
          <p:cNvSpPr/>
          <p:nvPr/>
        </p:nvSpPr>
        <p:spPr>
          <a:xfrm>
            <a:off x="6396501" y="764705"/>
            <a:ext cx="228600" cy="216023"/>
          </a:xfrm>
          <a:prstGeom prst="rect">
            <a:avLst/>
          </a:prstGeom>
          <a:solidFill>
            <a:srgbClr val="A2D389"/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37" name="正方形/長方形 3">
            <a:extLst>
              <a:ext uri="{FF2B5EF4-FFF2-40B4-BE49-F238E27FC236}">
                <a16:creationId xmlns:a16="http://schemas.microsoft.com/office/drawing/2014/main" id="{11E15D3D-1E30-3C56-0608-1C9A69AA40C4}"/>
              </a:ext>
            </a:extLst>
          </p:cNvPr>
          <p:cNvSpPr/>
          <p:nvPr/>
        </p:nvSpPr>
        <p:spPr>
          <a:xfrm rot="5400000">
            <a:off x="5604413" y="2852937"/>
            <a:ext cx="144016" cy="1440160"/>
          </a:xfrm>
          <a:custGeom>
            <a:avLst>
              <a:gd name="adj" fmla="val -651865"/>
            </a:avLst>
            <a:gdLst>
              <a:gd name="maxAdj" fmla="*/ 100000 w ss"/>
              <a:gd name="a" fmla="+- 0 adj maxAdj"/>
              <a:gd name="x1" fmla="*/ ss a 200000"/>
              <a:gd name="x2" fmla="*/ adj 1 1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  <a:gd name="x7" fmla="+- r x2 0"/>
              <a:gd name="hd4t3" fmla="*/ hd4 3 1"/>
            </a:gdLst>
            <a:ahLst>
              <a:ahXY gdRefX="adj" minX="-2147483647" maxX="2147483647">
                <a:pos x="x2" y="t"/>
              </a:ahXY>
            </a:ahLst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il" t="it" r="ir" b="ib"/>
            <a:pathLst>
              <a:path>
                <a:moveTo>
                  <a:pt x="l" y="b"/>
                </a:moveTo>
                <a:cubicBezTo>
                  <a:pt x="l" y="hd4t3"/>
                  <a:pt x="x2" y="hd4"/>
                  <a:pt x="x2" y="t"/>
                </a:cubicBezTo>
                <a:lnTo>
                  <a:pt x="x2" y="t"/>
                </a:lnTo>
                <a:lnTo>
                  <a:pt x="x7" y="t"/>
                </a:lnTo>
                <a:cubicBezTo>
                  <a:pt x="x7" y="hd4"/>
                  <a:pt x="r" y="hd4t3"/>
                  <a:pt x="r" y="b"/>
                </a:cubicBezTo>
                <a:close/>
              </a:path>
            </a:pathLst>
          </a:custGeom>
          <a:solidFill>
            <a:srgbClr val="D6D5D3">
              <a:alpha val="50000"/>
            </a:srgbClr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38" name="テキスト ボックス 137">
            <a:extLst>
              <a:ext uri="{FF2B5EF4-FFF2-40B4-BE49-F238E27FC236}">
                <a16:creationId xmlns:a16="http://schemas.microsoft.com/office/drawing/2014/main" id="{743C5F8D-33F4-9387-BDB5-FB71BDEB63DC}"/>
              </a:ext>
            </a:extLst>
          </p:cNvPr>
          <p:cNvSpPr txBox="1"/>
          <p:nvPr/>
        </p:nvSpPr>
        <p:spPr>
          <a:xfrm>
            <a:off x="4596301" y="2996953"/>
            <a:ext cx="506790" cy="260618"/>
          </a:xfrm>
          <a:prstGeom prst="roundRect">
            <a:avLst/>
          </a:prstGeom>
          <a:solidFill>
            <a:srgbClr val="FFFFFF">
              <a:alpha val="78000"/>
            </a:srgbClr>
          </a:solidFill>
          <a:ln>
            <a:noFill/>
          </a:ln>
        </p:spPr>
        <p:txBody>
          <a:bodyPr vert="horz" wrap="square" lIns="36000" tIns="25200" rIns="36000" bIns="25200" rtlCol="0" anchor="ctr">
            <a:spAutoFit/>
          </a:bodyPr>
          <a:lstStyle>
            <a:defPPr>
              <a:defRPr lang="ja-JP"/>
            </a:defPPr>
            <a:lvl1pPr indent="0">
              <a:buNone/>
              <a:defRPr sz="1200" b="1"/>
            </a:lvl1pPr>
          </a:lstStyle>
          <a:p>
            <a:pPr marL="0" marR="0" lvl="0" indent="0" algn="ctr" defTabSz="91423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1" i="0" u="none" strike="noStrike" kern="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Open Sans"/>
                <a:ea typeface="源暎エムゴv2 Regular"/>
              </a:rPr>
              <a:t>Qiita</a:t>
            </a:r>
          </a:p>
        </p:txBody>
      </p:sp>
      <p:sp>
        <p:nvSpPr>
          <p:cNvPr id="139" name="テキスト ボックス 138">
            <a:extLst>
              <a:ext uri="{FF2B5EF4-FFF2-40B4-BE49-F238E27FC236}">
                <a16:creationId xmlns:a16="http://schemas.microsoft.com/office/drawing/2014/main" id="{571AF575-5FA4-4A80-8B83-909BD7923CF1}"/>
              </a:ext>
            </a:extLst>
          </p:cNvPr>
          <p:cNvSpPr txBox="1"/>
          <p:nvPr/>
        </p:nvSpPr>
        <p:spPr>
          <a:xfrm>
            <a:off x="4524293" y="3356993"/>
            <a:ext cx="645338" cy="432048"/>
          </a:xfrm>
          <a:prstGeom prst="roundRect">
            <a:avLst/>
          </a:prstGeom>
          <a:solidFill>
            <a:srgbClr val="FFFFFF">
              <a:alpha val="78000"/>
            </a:srgbClr>
          </a:solidFill>
          <a:ln>
            <a:noFill/>
          </a:ln>
        </p:spPr>
        <p:txBody>
          <a:bodyPr vert="horz" wrap="square" lIns="36000" tIns="25200" rIns="36000" bIns="25200" rtlCol="0" anchor="ctr">
            <a:noAutofit/>
          </a:bodyPr>
          <a:lstStyle>
            <a:defPPr>
              <a:defRPr lang="ja-JP"/>
            </a:defPPr>
            <a:lvl1pPr indent="0">
              <a:buNone/>
              <a:defRPr sz="1200" b="1"/>
            </a:lvl1pPr>
          </a:lstStyle>
          <a:p>
            <a:pPr marL="0" marR="0" lvl="0" indent="0" algn="ctr" defTabSz="91423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1" i="0" u="none" strike="noStrike" kern="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Open Sans"/>
                <a:ea typeface="源暎エムゴv2 Regular"/>
              </a:rPr>
              <a:t>note</a:t>
            </a:r>
          </a:p>
          <a:p>
            <a:pPr marL="0" marR="0" lvl="0" indent="0" algn="ctr" defTabSz="91423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1" i="0" u="none" strike="noStrike" kern="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Open Sans"/>
                <a:ea typeface="源暎エムゴv2 Regular"/>
              </a:rPr>
              <a:t>Zenn</a:t>
            </a:r>
          </a:p>
          <a:p>
            <a:pPr marL="0" marR="0" lvl="0" indent="0" algn="ctr" defTabSz="91423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i="0" u="none" strike="noStrike" kern="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Open Sans"/>
                <a:ea typeface="源暎エムゴv2 Regular"/>
              </a:rPr>
              <a:t>その他</a:t>
            </a:r>
            <a:endParaRPr kumimoji="0" lang="en-US" altLang="ja-JP" sz="1200" b="1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"/>
              <a:ea typeface="源暎エムゴv2 Regular"/>
            </a:endParaRPr>
          </a:p>
        </p:txBody>
      </p:sp>
      <p:sp>
        <p:nvSpPr>
          <p:cNvPr id="140" name="正方形/長方形 139">
            <a:extLst>
              <a:ext uri="{FF2B5EF4-FFF2-40B4-BE49-F238E27FC236}">
                <a16:creationId xmlns:a16="http://schemas.microsoft.com/office/drawing/2014/main" id="{14052C94-CE04-75A9-9E92-D79D395484D3}"/>
              </a:ext>
            </a:extLst>
          </p:cNvPr>
          <p:cNvSpPr/>
          <p:nvPr/>
        </p:nvSpPr>
        <p:spPr>
          <a:xfrm>
            <a:off x="7908669" y="1916832"/>
            <a:ext cx="216024" cy="720079"/>
          </a:xfrm>
          <a:prstGeom prst="rect">
            <a:avLst/>
          </a:prstGeom>
          <a:solidFill>
            <a:srgbClr val="F0B100"/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41" name="テキスト ボックス 140">
            <a:extLst>
              <a:ext uri="{FF2B5EF4-FFF2-40B4-BE49-F238E27FC236}">
                <a16:creationId xmlns:a16="http://schemas.microsoft.com/office/drawing/2014/main" id="{32DF2C4A-7AB4-2797-EA91-D192F344B4FF}"/>
              </a:ext>
            </a:extLst>
          </p:cNvPr>
          <p:cNvSpPr txBox="1"/>
          <p:nvPr/>
        </p:nvSpPr>
        <p:spPr>
          <a:xfrm>
            <a:off x="4524725" y="4005065"/>
            <a:ext cx="649946" cy="260618"/>
          </a:xfrm>
          <a:prstGeom prst="roundRect">
            <a:avLst/>
          </a:prstGeom>
          <a:solidFill>
            <a:srgbClr val="FFFFFF">
              <a:alpha val="78000"/>
            </a:srgbClr>
          </a:solidFill>
          <a:ln>
            <a:noFill/>
          </a:ln>
        </p:spPr>
        <p:txBody>
          <a:bodyPr vert="horz" wrap="none" lIns="36000" tIns="25200" rIns="36000" bIns="25200" rtlCol="0" anchor="ctr">
            <a:spAutoFit/>
          </a:bodyPr>
          <a:lstStyle>
            <a:defPPr>
              <a:defRPr lang="ja-JP"/>
            </a:defPPr>
            <a:lvl1pPr indent="0">
              <a:buNone/>
              <a:defRPr sz="1200" b="1"/>
            </a:lvl1pPr>
          </a:lstStyle>
          <a:p>
            <a:pPr marL="0" marR="0" lvl="0" indent="0" algn="ctr" defTabSz="91423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1" i="0" u="none" strike="noStrike" kern="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Open Sans"/>
                <a:ea typeface="源暎エムゴv2 Regular"/>
              </a:rPr>
              <a:t>O'reilly</a:t>
            </a:r>
          </a:p>
        </p:txBody>
      </p:sp>
      <p:sp>
        <p:nvSpPr>
          <p:cNvPr id="142" name="正方形/長方形 141">
            <a:extLst>
              <a:ext uri="{FF2B5EF4-FFF2-40B4-BE49-F238E27FC236}">
                <a16:creationId xmlns:a16="http://schemas.microsoft.com/office/drawing/2014/main" id="{2A88EDD6-48C2-38E6-2ED6-2B0FD26BDA98}"/>
              </a:ext>
            </a:extLst>
          </p:cNvPr>
          <p:cNvSpPr/>
          <p:nvPr/>
        </p:nvSpPr>
        <p:spPr bwMode="auto">
          <a:xfrm>
            <a:off x="3876221" y="5445225"/>
            <a:ext cx="432048" cy="216024"/>
          </a:xfrm>
          <a:prstGeom prst="rect">
            <a:avLst/>
          </a:prstGeom>
          <a:solidFill>
            <a:srgbClr val="D6D5D3">
              <a:alpha val="50000"/>
            </a:srgbClr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43" name="正方形/長方形 142">
            <a:extLst>
              <a:ext uri="{FF2B5EF4-FFF2-40B4-BE49-F238E27FC236}">
                <a16:creationId xmlns:a16="http://schemas.microsoft.com/office/drawing/2014/main" id="{4F7015F7-D8F6-41D3-5D82-2BD497401FE0}"/>
              </a:ext>
            </a:extLst>
          </p:cNvPr>
          <p:cNvSpPr/>
          <p:nvPr/>
        </p:nvSpPr>
        <p:spPr bwMode="auto">
          <a:xfrm>
            <a:off x="3876221" y="5661249"/>
            <a:ext cx="432048" cy="144016"/>
          </a:xfrm>
          <a:prstGeom prst="rect">
            <a:avLst/>
          </a:prstGeom>
          <a:solidFill>
            <a:srgbClr val="FFFFFF">
              <a:lumMod val="85000"/>
              <a:alpha val="20000"/>
            </a:srgbClr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44" name="テキスト ボックス 143">
            <a:extLst>
              <a:ext uri="{FF2B5EF4-FFF2-40B4-BE49-F238E27FC236}">
                <a16:creationId xmlns:a16="http://schemas.microsoft.com/office/drawing/2014/main" id="{376DEF5E-351B-7579-3C48-5E48BB25B73F}"/>
              </a:ext>
            </a:extLst>
          </p:cNvPr>
          <p:cNvSpPr txBox="1"/>
          <p:nvPr/>
        </p:nvSpPr>
        <p:spPr>
          <a:xfrm>
            <a:off x="3156141" y="5517233"/>
            <a:ext cx="1243104" cy="464929"/>
          </a:xfrm>
          <a:prstGeom prst="roundRect">
            <a:avLst/>
          </a:prstGeom>
          <a:solidFill>
            <a:srgbClr val="FFFFFF">
              <a:alpha val="78000"/>
            </a:srgbClr>
          </a:solidFill>
          <a:ln>
            <a:noFill/>
          </a:ln>
        </p:spPr>
        <p:txBody>
          <a:bodyPr vert="horz" wrap="square" lIns="36000" tIns="25200" rIns="36000" bIns="25200" rtlCol="0" anchor="ctr">
            <a:spAutoFit/>
          </a:bodyPr>
          <a:lstStyle>
            <a:defPPr>
              <a:defRPr lang="ja-JP"/>
            </a:defPPr>
            <a:lvl1pPr indent="0">
              <a:buNone/>
              <a:defRPr sz="1200" b="1"/>
            </a:lvl1pPr>
          </a:lstStyle>
          <a:p>
            <a:pPr marL="0" marR="0" lvl="0" indent="0" algn="ctr" defTabSz="91423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i="0" u="none" strike="noStrike" kern="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Open Sans"/>
                <a:ea typeface="源暎エムゴv2 Regular"/>
              </a:rPr>
              <a:t>プログラミング</a:t>
            </a:r>
            <a:endParaRPr kumimoji="0" lang="en-US" altLang="ja-JP" sz="1200" b="1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"/>
              <a:ea typeface="源暎エムゴv2 Regular"/>
            </a:endParaRPr>
          </a:p>
          <a:p>
            <a:pPr marL="0" marR="0" lvl="0" indent="0" algn="ctr" defTabSz="91423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i="0" u="none" strike="noStrike" kern="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Open Sans"/>
                <a:ea typeface="源暎エムゴv2 Regular"/>
              </a:rPr>
              <a:t>スクール</a:t>
            </a:r>
          </a:p>
        </p:txBody>
      </p:sp>
      <p:sp>
        <p:nvSpPr>
          <p:cNvPr id="145" name="正方形/長方形 3">
            <a:extLst>
              <a:ext uri="{FF2B5EF4-FFF2-40B4-BE49-F238E27FC236}">
                <a16:creationId xmlns:a16="http://schemas.microsoft.com/office/drawing/2014/main" id="{1ED1912D-6C2E-7C3A-AA81-D5261330909F}"/>
              </a:ext>
            </a:extLst>
          </p:cNvPr>
          <p:cNvSpPr/>
          <p:nvPr/>
        </p:nvSpPr>
        <p:spPr>
          <a:xfrm rot="5400000">
            <a:off x="5568409" y="8620"/>
            <a:ext cx="216024" cy="1440160"/>
          </a:xfrm>
          <a:custGeom>
            <a:avLst>
              <a:gd name="adj" fmla="val 153310"/>
            </a:avLst>
            <a:gdLst>
              <a:gd name="maxAdj" fmla="*/ 100000 w ss"/>
              <a:gd name="a" fmla="+- 0 adj maxAdj"/>
              <a:gd name="x1" fmla="*/ ss a 200000"/>
              <a:gd name="x2" fmla="*/ adj 1 1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  <a:gd name="x7" fmla="+- r x2 0"/>
              <a:gd name="hd4t3" fmla="*/ hd4 3 1"/>
            </a:gdLst>
            <a:ahLst>
              <a:ahXY gdRefX="adj" minX="-2147483647" maxX="2147483647">
                <a:pos x="x2" y="t"/>
              </a:ahXY>
            </a:ahLst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il" t="it" r="ir" b="ib"/>
            <a:pathLst>
              <a:path>
                <a:moveTo>
                  <a:pt x="l" y="b"/>
                </a:moveTo>
                <a:cubicBezTo>
                  <a:pt x="l" y="hd4t3"/>
                  <a:pt x="x2" y="hd4"/>
                  <a:pt x="x2" y="t"/>
                </a:cubicBezTo>
                <a:lnTo>
                  <a:pt x="x2" y="t"/>
                </a:lnTo>
                <a:lnTo>
                  <a:pt x="x7" y="t"/>
                </a:lnTo>
                <a:cubicBezTo>
                  <a:pt x="x7" y="hd4"/>
                  <a:pt x="r" y="hd4t3"/>
                  <a:pt x="r" y="b"/>
                </a:cubicBezTo>
                <a:close/>
              </a:path>
            </a:pathLst>
          </a:custGeom>
          <a:solidFill>
            <a:srgbClr val="D6D5D3">
              <a:alpha val="50000"/>
            </a:srgbClr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46" name="正方形/長方形 3">
            <a:extLst>
              <a:ext uri="{FF2B5EF4-FFF2-40B4-BE49-F238E27FC236}">
                <a16:creationId xmlns:a16="http://schemas.microsoft.com/office/drawing/2014/main" id="{8426B9B7-D929-8D4C-9D2E-23F67BDE2498}"/>
              </a:ext>
            </a:extLst>
          </p:cNvPr>
          <p:cNvSpPr/>
          <p:nvPr/>
        </p:nvSpPr>
        <p:spPr>
          <a:xfrm rot="5400000">
            <a:off x="5388389" y="1772816"/>
            <a:ext cx="576064" cy="1440160"/>
          </a:xfrm>
          <a:custGeom>
            <a:avLst>
              <a:gd name="adj" fmla="val -74032"/>
            </a:avLst>
            <a:gdLst>
              <a:gd name="maxAdj" fmla="*/ 100000 w ss"/>
              <a:gd name="a" fmla="+- 0 adj maxAdj"/>
              <a:gd name="x1" fmla="*/ ss a 200000"/>
              <a:gd name="x2" fmla="*/ adj 1 1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  <a:gd name="x7" fmla="+- r x2 0"/>
              <a:gd name="hd4t3" fmla="*/ hd4 3 1"/>
            </a:gdLst>
            <a:ahLst>
              <a:ahXY gdRefX="adj" minX="-2147483647" maxX="2147483647">
                <a:pos x="x2" y="t"/>
              </a:ahXY>
            </a:ahLst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il" t="it" r="ir" b="ib"/>
            <a:pathLst>
              <a:path>
                <a:moveTo>
                  <a:pt x="l" y="b"/>
                </a:moveTo>
                <a:cubicBezTo>
                  <a:pt x="l" y="hd4t3"/>
                  <a:pt x="x2" y="hd4"/>
                  <a:pt x="x2" y="t"/>
                </a:cubicBezTo>
                <a:lnTo>
                  <a:pt x="x2" y="t"/>
                </a:lnTo>
                <a:lnTo>
                  <a:pt x="x7" y="t"/>
                </a:lnTo>
                <a:cubicBezTo>
                  <a:pt x="x7" y="hd4"/>
                  <a:pt x="r" y="hd4t3"/>
                  <a:pt x="r" y="b"/>
                </a:cubicBezTo>
                <a:close/>
              </a:path>
            </a:pathLst>
          </a:custGeom>
          <a:solidFill>
            <a:srgbClr val="D6D5D3">
              <a:alpha val="50000"/>
            </a:srgbClr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47" name="正方形/長方形 3">
            <a:extLst>
              <a:ext uri="{FF2B5EF4-FFF2-40B4-BE49-F238E27FC236}">
                <a16:creationId xmlns:a16="http://schemas.microsoft.com/office/drawing/2014/main" id="{13F88A45-BD87-62B2-DB6E-09DA6E5B4D4D}"/>
              </a:ext>
            </a:extLst>
          </p:cNvPr>
          <p:cNvSpPr/>
          <p:nvPr/>
        </p:nvSpPr>
        <p:spPr>
          <a:xfrm rot="5400000">
            <a:off x="5604413" y="2132856"/>
            <a:ext cx="144016" cy="1440160"/>
          </a:xfrm>
          <a:custGeom>
            <a:avLst>
              <a:gd name="adj" fmla="val 2235782"/>
            </a:avLst>
            <a:gdLst>
              <a:gd name="maxAdj" fmla="*/ 100000 w ss"/>
              <a:gd name="a" fmla="+- 0 adj maxAdj"/>
              <a:gd name="x1" fmla="*/ ss a 200000"/>
              <a:gd name="x2" fmla="*/ adj 1 1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  <a:gd name="x7" fmla="+- r x2 0"/>
              <a:gd name="hd4t3" fmla="*/ hd4 3 1"/>
            </a:gdLst>
            <a:ahLst>
              <a:ahXY gdRefX="adj" minX="-2147483647" maxX="2147483647">
                <a:pos x="x2" y="t"/>
              </a:ahXY>
            </a:ahLst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il" t="it" r="ir" b="ib"/>
            <a:pathLst>
              <a:path>
                <a:moveTo>
                  <a:pt x="l" y="b"/>
                </a:moveTo>
                <a:cubicBezTo>
                  <a:pt x="l" y="hd4t3"/>
                  <a:pt x="x2" y="hd4"/>
                  <a:pt x="x2" y="t"/>
                </a:cubicBezTo>
                <a:lnTo>
                  <a:pt x="x2" y="t"/>
                </a:lnTo>
                <a:lnTo>
                  <a:pt x="x7" y="t"/>
                </a:lnTo>
                <a:cubicBezTo>
                  <a:pt x="x7" y="hd4"/>
                  <a:pt x="r" y="hd4t3"/>
                  <a:pt x="r" y="b"/>
                </a:cubicBezTo>
                <a:close/>
              </a:path>
            </a:pathLst>
          </a:custGeom>
          <a:solidFill>
            <a:srgbClr val="FFFFFF">
              <a:lumMod val="85000"/>
              <a:alpha val="20000"/>
            </a:srgbClr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48" name="テキスト ボックス 147">
            <a:extLst>
              <a:ext uri="{FF2B5EF4-FFF2-40B4-BE49-F238E27FC236}">
                <a16:creationId xmlns:a16="http://schemas.microsoft.com/office/drawing/2014/main" id="{9B9880EC-8FEA-17FA-23D1-003CBF89E85E}"/>
              </a:ext>
            </a:extLst>
          </p:cNvPr>
          <p:cNvSpPr txBox="1"/>
          <p:nvPr/>
        </p:nvSpPr>
        <p:spPr>
          <a:xfrm>
            <a:off x="6180477" y="692696"/>
            <a:ext cx="653836" cy="464929"/>
          </a:xfrm>
          <a:prstGeom prst="roundRect">
            <a:avLst/>
          </a:prstGeom>
          <a:solidFill>
            <a:srgbClr val="FFFFFF">
              <a:alpha val="78000"/>
            </a:srgbClr>
          </a:solidFill>
          <a:ln>
            <a:noFill/>
          </a:ln>
        </p:spPr>
        <p:txBody>
          <a:bodyPr vert="horz" wrap="square" lIns="36000" tIns="25200" rIns="36000" bIns="25200" rtlCol="0" anchor="ctr">
            <a:spAutoFit/>
          </a:bodyPr>
          <a:lstStyle/>
          <a:p>
            <a:pPr marL="0" marR="0" lvl="0" indent="0" algn="ctr" defTabSz="91423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i="0" u="none" strike="noStrike" kern="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Open Sans"/>
                <a:ea typeface="源暎エムゴv2 Regular"/>
              </a:rPr>
              <a:t>評論家</a:t>
            </a:r>
            <a:br>
              <a:rPr kumimoji="0" lang="en-US" altLang="ja-JP" sz="1200" b="1" i="0" u="none" strike="noStrike" kern="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Open Sans"/>
                <a:ea typeface="源暎エムゴv2 Regular"/>
              </a:rPr>
            </a:br>
            <a:r>
              <a:rPr kumimoji="0" lang="ja-JP" altLang="en-US" sz="1200" b="1" i="0" u="none" strike="noStrike" kern="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Open Sans"/>
                <a:ea typeface="源暎エムゴv2 Regular"/>
              </a:rPr>
              <a:t>気取り</a:t>
            </a:r>
          </a:p>
        </p:txBody>
      </p:sp>
      <p:sp>
        <p:nvSpPr>
          <p:cNvPr id="149" name="正方形/長方形 3">
            <a:extLst>
              <a:ext uri="{FF2B5EF4-FFF2-40B4-BE49-F238E27FC236}">
                <a16:creationId xmlns:a16="http://schemas.microsoft.com/office/drawing/2014/main" id="{50193EA3-7757-756B-29F9-E57B85063FF2}"/>
              </a:ext>
            </a:extLst>
          </p:cNvPr>
          <p:cNvSpPr/>
          <p:nvPr/>
        </p:nvSpPr>
        <p:spPr>
          <a:xfrm rot="5400000">
            <a:off x="6972565" y="2708920"/>
            <a:ext cx="576064" cy="1296144"/>
          </a:xfrm>
          <a:custGeom>
            <a:avLst>
              <a:gd name="adj" fmla="val 1026306"/>
            </a:avLst>
            <a:gdLst>
              <a:gd name="maxAdj" fmla="*/ 100000 w ss"/>
              <a:gd name="a" fmla="+- 0 adj maxAdj"/>
              <a:gd name="x1" fmla="*/ ss a 200000"/>
              <a:gd name="x2" fmla="*/ adj 1 1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  <a:gd name="x7" fmla="+- r x2 0"/>
              <a:gd name="hd4t3" fmla="*/ hd4 3 1"/>
            </a:gdLst>
            <a:ahLst>
              <a:ahXY gdRefX="adj" minX="-2147483647" maxX="2147483647">
                <a:pos x="x2" y="t"/>
              </a:ahXY>
            </a:ahLst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il" t="it" r="ir" b="ib"/>
            <a:pathLst>
              <a:path>
                <a:moveTo>
                  <a:pt x="l" y="b"/>
                </a:moveTo>
                <a:cubicBezTo>
                  <a:pt x="l" y="hd4t3"/>
                  <a:pt x="x2" y="hd4"/>
                  <a:pt x="x2" y="t"/>
                </a:cubicBezTo>
                <a:lnTo>
                  <a:pt x="x2" y="t"/>
                </a:lnTo>
                <a:lnTo>
                  <a:pt x="x7" y="t"/>
                </a:lnTo>
                <a:cubicBezTo>
                  <a:pt x="x7" y="hd4"/>
                  <a:pt x="r" y="hd4t3"/>
                  <a:pt x="r" y="b"/>
                </a:cubicBezTo>
                <a:close/>
              </a:path>
            </a:pathLst>
          </a:custGeom>
          <a:solidFill>
            <a:srgbClr val="FFFFFF">
              <a:lumMod val="85000"/>
              <a:alpha val="20000"/>
            </a:srgbClr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50" name="正方形/長方形 149">
            <a:extLst>
              <a:ext uri="{FF2B5EF4-FFF2-40B4-BE49-F238E27FC236}">
                <a16:creationId xmlns:a16="http://schemas.microsoft.com/office/drawing/2014/main" id="{8A2A0623-66B6-747F-ABA7-1970F2368A3B}"/>
              </a:ext>
            </a:extLst>
          </p:cNvPr>
          <p:cNvSpPr/>
          <p:nvPr/>
        </p:nvSpPr>
        <p:spPr>
          <a:xfrm>
            <a:off x="7914433" y="2852936"/>
            <a:ext cx="216024" cy="1080120"/>
          </a:xfrm>
          <a:prstGeom prst="rect">
            <a:avLst/>
          </a:prstGeom>
          <a:solidFill>
            <a:srgbClr val="7A8180"/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51" name="正方形/長方形 3">
            <a:extLst>
              <a:ext uri="{FF2B5EF4-FFF2-40B4-BE49-F238E27FC236}">
                <a16:creationId xmlns:a16="http://schemas.microsoft.com/office/drawing/2014/main" id="{A7319FF7-AB7C-9C54-6860-E6A67CE57CE0}"/>
              </a:ext>
            </a:extLst>
          </p:cNvPr>
          <p:cNvSpPr/>
          <p:nvPr/>
        </p:nvSpPr>
        <p:spPr>
          <a:xfrm rot="5400000">
            <a:off x="6900557" y="3284984"/>
            <a:ext cx="504056" cy="1512168"/>
          </a:xfrm>
          <a:custGeom>
            <a:avLst>
              <a:gd name="adj" fmla="val -363709"/>
            </a:avLst>
            <a:gdLst>
              <a:gd name="maxAdj" fmla="*/ 100000 w ss"/>
              <a:gd name="a" fmla="+- 0 adj maxAdj"/>
              <a:gd name="x1" fmla="*/ ss a 200000"/>
              <a:gd name="x2" fmla="*/ adj 1 1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  <a:gd name="x7" fmla="+- r x2 0"/>
              <a:gd name="hd4t3" fmla="*/ hd4 3 1"/>
            </a:gdLst>
            <a:ahLst>
              <a:ahXY gdRefX="adj" minX="-2147483647" maxX="2147483647">
                <a:pos x="x2" y="t"/>
              </a:ahXY>
            </a:ahLst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il" t="it" r="ir" b="ib"/>
            <a:pathLst>
              <a:path>
                <a:moveTo>
                  <a:pt x="l" y="b"/>
                </a:moveTo>
                <a:cubicBezTo>
                  <a:pt x="l" y="hd4t3"/>
                  <a:pt x="x2" y="hd4"/>
                  <a:pt x="x2" y="t"/>
                </a:cubicBezTo>
                <a:lnTo>
                  <a:pt x="x2" y="t"/>
                </a:lnTo>
                <a:lnTo>
                  <a:pt x="x7" y="t"/>
                </a:lnTo>
                <a:cubicBezTo>
                  <a:pt x="x7" y="hd4"/>
                  <a:pt x="r" y="hd4t3"/>
                  <a:pt x="r" y="b"/>
                </a:cubicBezTo>
                <a:close/>
              </a:path>
            </a:pathLst>
          </a:custGeom>
          <a:solidFill>
            <a:srgbClr val="FFFFFF">
              <a:lumMod val="85000"/>
              <a:alpha val="20000"/>
            </a:srgbClr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52" name="正方形/長方形 3">
            <a:extLst>
              <a:ext uri="{FF2B5EF4-FFF2-40B4-BE49-F238E27FC236}">
                <a16:creationId xmlns:a16="http://schemas.microsoft.com/office/drawing/2014/main" id="{F2C0B0FC-3810-882E-ADE4-DE9241355FD7}"/>
              </a:ext>
            </a:extLst>
          </p:cNvPr>
          <p:cNvSpPr/>
          <p:nvPr/>
        </p:nvSpPr>
        <p:spPr>
          <a:xfrm rot="5400000">
            <a:off x="6972565" y="2132856"/>
            <a:ext cx="576064" cy="1296144"/>
          </a:xfrm>
          <a:custGeom>
            <a:avLst>
              <a:gd name="adj" fmla="val 363366"/>
            </a:avLst>
            <a:gdLst>
              <a:gd name="maxAdj" fmla="*/ 100000 w ss"/>
              <a:gd name="a" fmla="+- 0 adj maxAdj"/>
              <a:gd name="x1" fmla="*/ ss a 200000"/>
              <a:gd name="x2" fmla="*/ adj 1 1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  <a:gd name="x7" fmla="+- r x2 0"/>
              <a:gd name="hd4t3" fmla="*/ hd4 3 1"/>
            </a:gdLst>
            <a:ahLst>
              <a:ahXY gdRefX="adj" minX="-2147483647" maxX="2147483647">
                <a:pos x="x2" y="t"/>
              </a:ahXY>
            </a:ahLst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il" t="it" r="ir" b="ib"/>
            <a:pathLst>
              <a:path>
                <a:moveTo>
                  <a:pt x="l" y="b"/>
                </a:moveTo>
                <a:cubicBezTo>
                  <a:pt x="l" y="hd4t3"/>
                  <a:pt x="x2" y="hd4"/>
                  <a:pt x="x2" y="t"/>
                </a:cubicBezTo>
                <a:lnTo>
                  <a:pt x="x2" y="t"/>
                </a:lnTo>
                <a:lnTo>
                  <a:pt x="x7" y="t"/>
                </a:lnTo>
                <a:cubicBezTo>
                  <a:pt x="x7" y="hd4"/>
                  <a:pt x="r" y="hd4t3"/>
                  <a:pt x="r" y="b"/>
                </a:cubicBezTo>
                <a:close/>
              </a:path>
            </a:pathLst>
          </a:custGeom>
          <a:solidFill>
            <a:srgbClr val="FFFFFF">
              <a:lumMod val="85000"/>
              <a:alpha val="20000"/>
            </a:srgbClr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53" name="テキスト ボックス 152">
            <a:extLst>
              <a:ext uri="{FF2B5EF4-FFF2-40B4-BE49-F238E27FC236}">
                <a16:creationId xmlns:a16="http://schemas.microsoft.com/office/drawing/2014/main" id="{DC94BB9A-A448-ADE1-5BDA-08B5C215D513}"/>
              </a:ext>
            </a:extLst>
          </p:cNvPr>
          <p:cNvSpPr txBox="1"/>
          <p:nvPr/>
        </p:nvSpPr>
        <p:spPr>
          <a:xfrm>
            <a:off x="7554393" y="3284984"/>
            <a:ext cx="930340" cy="260618"/>
          </a:xfrm>
          <a:prstGeom prst="roundRect">
            <a:avLst/>
          </a:prstGeom>
          <a:solidFill>
            <a:srgbClr val="FFFFFF">
              <a:alpha val="78000"/>
            </a:srgbClr>
          </a:solidFill>
          <a:ln>
            <a:noFill/>
          </a:ln>
        </p:spPr>
        <p:txBody>
          <a:bodyPr vert="horz" wrap="square" lIns="36000" tIns="25200" rIns="36000" bIns="25200" rtlCol="0" anchor="ctr">
            <a:spAutoFit/>
          </a:bodyPr>
          <a:lstStyle/>
          <a:p>
            <a:pPr marL="0" marR="0" lvl="0" indent="0" algn="ctr" defTabSz="91423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i="0" u="none" strike="noStrike" kern="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Open Sans"/>
                <a:ea typeface="源暎エムゴv2 Regular"/>
              </a:rPr>
              <a:t>あきらめる</a:t>
            </a:r>
          </a:p>
        </p:txBody>
      </p:sp>
      <p:sp>
        <p:nvSpPr>
          <p:cNvPr id="154" name="テキスト ボックス 153">
            <a:extLst>
              <a:ext uri="{FF2B5EF4-FFF2-40B4-BE49-F238E27FC236}">
                <a16:creationId xmlns:a16="http://schemas.microsoft.com/office/drawing/2014/main" id="{9662187B-034D-A9E6-1299-6BA018A2DFB2}"/>
              </a:ext>
            </a:extLst>
          </p:cNvPr>
          <p:cNvSpPr txBox="1"/>
          <p:nvPr/>
        </p:nvSpPr>
        <p:spPr>
          <a:xfrm>
            <a:off x="6036461" y="2420888"/>
            <a:ext cx="930340" cy="464929"/>
          </a:xfrm>
          <a:prstGeom prst="roundRect">
            <a:avLst/>
          </a:prstGeom>
          <a:solidFill>
            <a:srgbClr val="FFFFFF">
              <a:alpha val="78000"/>
            </a:srgbClr>
          </a:solidFill>
          <a:ln>
            <a:noFill/>
          </a:ln>
        </p:spPr>
        <p:txBody>
          <a:bodyPr vert="horz" wrap="square" lIns="36000" tIns="25200" rIns="36000" bIns="25200" rtlCol="0" anchor="ctr">
            <a:spAutoFit/>
          </a:bodyPr>
          <a:lstStyle/>
          <a:p>
            <a:pPr marL="0" marR="0" lvl="0" indent="0" algn="ctr" defTabSz="91423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i="0" u="none" strike="noStrike" kern="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Open Sans"/>
                <a:ea typeface="源暎エムゴv2 Regular"/>
              </a:rPr>
              <a:t>何かを</a:t>
            </a:r>
            <a:br>
              <a:rPr kumimoji="0" lang="en-US" altLang="ja-JP" sz="1200" b="1" i="0" u="none" strike="noStrike" kern="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Open Sans"/>
                <a:ea typeface="源暎エムゴv2 Regular"/>
              </a:rPr>
            </a:br>
            <a:r>
              <a:rPr kumimoji="0" lang="ja-JP" altLang="en-US" sz="1200" b="1" i="0" u="none" strike="noStrike" kern="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Open Sans"/>
                <a:ea typeface="源暎エムゴv2 Regular"/>
              </a:rPr>
              <a:t>作ってみる</a:t>
            </a:r>
          </a:p>
        </p:txBody>
      </p:sp>
      <p:sp>
        <p:nvSpPr>
          <p:cNvPr id="155" name="正方形/長方形 3">
            <a:extLst>
              <a:ext uri="{FF2B5EF4-FFF2-40B4-BE49-F238E27FC236}">
                <a16:creationId xmlns:a16="http://schemas.microsoft.com/office/drawing/2014/main" id="{1C54C277-F2FE-6205-0110-619C798D1856}"/>
              </a:ext>
            </a:extLst>
          </p:cNvPr>
          <p:cNvSpPr/>
          <p:nvPr/>
        </p:nvSpPr>
        <p:spPr>
          <a:xfrm rot="5400000">
            <a:off x="6900557" y="1484784"/>
            <a:ext cx="720080" cy="1296144"/>
          </a:xfrm>
          <a:custGeom>
            <a:avLst>
              <a:gd name="adj" fmla="val 140481"/>
            </a:avLst>
            <a:gdLst>
              <a:gd name="maxAdj" fmla="*/ 100000 w ss"/>
              <a:gd name="a" fmla="+- 0 adj maxAdj"/>
              <a:gd name="x1" fmla="*/ ss a 200000"/>
              <a:gd name="x2" fmla="*/ adj 1 1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  <a:gd name="x7" fmla="+- r x2 0"/>
              <a:gd name="hd4t3" fmla="*/ hd4 3 1"/>
            </a:gdLst>
            <a:ahLst>
              <a:ahXY gdRefX="adj" minX="-2147483647" maxX="2147483647">
                <a:pos x="x2" y="t"/>
              </a:ahXY>
            </a:ahLst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il" t="it" r="ir" b="ib"/>
            <a:pathLst>
              <a:path>
                <a:moveTo>
                  <a:pt x="l" y="b"/>
                </a:moveTo>
                <a:cubicBezTo>
                  <a:pt x="l" y="hd4t3"/>
                  <a:pt x="x2" y="hd4"/>
                  <a:pt x="x2" y="t"/>
                </a:cubicBezTo>
                <a:lnTo>
                  <a:pt x="x2" y="t"/>
                </a:lnTo>
                <a:lnTo>
                  <a:pt x="x7" y="t"/>
                </a:lnTo>
                <a:cubicBezTo>
                  <a:pt x="x7" y="hd4"/>
                  <a:pt x="r" y="hd4t3"/>
                  <a:pt x="r" y="b"/>
                </a:cubicBezTo>
                <a:close/>
              </a:path>
            </a:pathLst>
          </a:custGeom>
          <a:solidFill>
            <a:srgbClr val="D6D5D3">
              <a:alpha val="50000"/>
            </a:srgbClr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56" name="正方形/長方形 3">
            <a:extLst>
              <a:ext uri="{FF2B5EF4-FFF2-40B4-BE49-F238E27FC236}">
                <a16:creationId xmlns:a16="http://schemas.microsoft.com/office/drawing/2014/main" id="{0DE4BABD-D4F5-79B3-D473-929FA19F02F5}"/>
              </a:ext>
            </a:extLst>
          </p:cNvPr>
          <p:cNvSpPr/>
          <p:nvPr/>
        </p:nvSpPr>
        <p:spPr>
          <a:xfrm rot="5400000">
            <a:off x="6360497" y="4473116"/>
            <a:ext cx="1584176" cy="1512168"/>
          </a:xfrm>
          <a:custGeom>
            <a:avLst>
              <a:gd name="adj" fmla="val 238394"/>
            </a:avLst>
            <a:gdLst>
              <a:gd name="maxAdj" fmla="*/ 100000 w ss"/>
              <a:gd name="a" fmla="+- 0 adj maxAdj"/>
              <a:gd name="x1" fmla="*/ ss a 200000"/>
              <a:gd name="x2" fmla="*/ adj 1 1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  <a:gd name="x7" fmla="+- r x2 0"/>
              <a:gd name="hd4t3" fmla="*/ hd4 3 1"/>
            </a:gdLst>
            <a:ahLst>
              <a:ahXY gdRefX="adj" minX="-2147483647" maxX="2147483647">
                <a:pos x="x2" y="t"/>
              </a:ahXY>
            </a:ahLst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il" t="it" r="ir" b="ib"/>
            <a:pathLst>
              <a:path>
                <a:moveTo>
                  <a:pt x="l" y="b"/>
                </a:moveTo>
                <a:cubicBezTo>
                  <a:pt x="l" y="hd4t3"/>
                  <a:pt x="x2" y="hd4"/>
                  <a:pt x="x2" y="t"/>
                </a:cubicBezTo>
                <a:lnTo>
                  <a:pt x="x2" y="t"/>
                </a:lnTo>
                <a:lnTo>
                  <a:pt x="x7" y="t"/>
                </a:lnTo>
                <a:cubicBezTo>
                  <a:pt x="x7" y="hd4"/>
                  <a:pt x="r" y="hd4t3"/>
                  <a:pt x="r" y="b"/>
                </a:cubicBezTo>
                <a:close/>
              </a:path>
            </a:pathLst>
          </a:custGeom>
          <a:solidFill>
            <a:srgbClr val="FFFFFF">
              <a:lumMod val="85000"/>
              <a:alpha val="20000"/>
            </a:srgbClr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57" name="正方形/長方形 156">
            <a:extLst>
              <a:ext uri="{FF2B5EF4-FFF2-40B4-BE49-F238E27FC236}">
                <a16:creationId xmlns:a16="http://schemas.microsoft.com/office/drawing/2014/main" id="{E4BDDA96-D10C-50B7-0F7F-23ACACCE1040}"/>
              </a:ext>
            </a:extLst>
          </p:cNvPr>
          <p:cNvSpPr/>
          <p:nvPr/>
        </p:nvSpPr>
        <p:spPr>
          <a:xfrm>
            <a:off x="7908669" y="6525344"/>
            <a:ext cx="216024" cy="216025"/>
          </a:xfrm>
          <a:prstGeom prst="rect">
            <a:avLst/>
          </a:prstGeom>
          <a:solidFill>
            <a:srgbClr val="6B2E9F"/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58" name="正方形/長方形 3">
            <a:extLst>
              <a:ext uri="{FF2B5EF4-FFF2-40B4-BE49-F238E27FC236}">
                <a16:creationId xmlns:a16="http://schemas.microsoft.com/office/drawing/2014/main" id="{4ACC0B32-AAA9-336F-1D2B-BF3C3B6CF464}"/>
              </a:ext>
            </a:extLst>
          </p:cNvPr>
          <p:cNvSpPr/>
          <p:nvPr/>
        </p:nvSpPr>
        <p:spPr>
          <a:xfrm rot="5400000">
            <a:off x="7044574" y="5877271"/>
            <a:ext cx="216022" cy="1512168"/>
          </a:xfrm>
          <a:custGeom>
            <a:avLst>
              <a:gd name="adj" fmla="val 7508"/>
            </a:avLst>
            <a:gdLst>
              <a:gd name="maxAdj" fmla="*/ 100000 w ss"/>
              <a:gd name="a" fmla="+- 0 adj maxAdj"/>
              <a:gd name="x1" fmla="*/ ss a 200000"/>
              <a:gd name="x2" fmla="*/ adj 1 1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  <a:gd name="x7" fmla="+- r x2 0"/>
              <a:gd name="hd4t3" fmla="*/ hd4 3 1"/>
            </a:gdLst>
            <a:ahLst>
              <a:ahXY gdRefX="adj" minX="-2147483647" maxX="2147483647">
                <a:pos x="x2" y="t"/>
              </a:ahXY>
            </a:ahLst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il" t="it" r="ir" b="ib"/>
            <a:pathLst>
              <a:path>
                <a:moveTo>
                  <a:pt x="l" y="b"/>
                </a:moveTo>
                <a:cubicBezTo>
                  <a:pt x="l" y="hd4t3"/>
                  <a:pt x="x2" y="hd4"/>
                  <a:pt x="x2" y="t"/>
                </a:cubicBezTo>
                <a:lnTo>
                  <a:pt x="x2" y="t"/>
                </a:lnTo>
                <a:lnTo>
                  <a:pt x="x7" y="t"/>
                </a:lnTo>
                <a:cubicBezTo>
                  <a:pt x="x7" y="hd4"/>
                  <a:pt x="r" y="hd4t3"/>
                  <a:pt x="r" y="b"/>
                </a:cubicBezTo>
                <a:close/>
              </a:path>
            </a:pathLst>
          </a:custGeom>
          <a:solidFill>
            <a:srgbClr val="D6D5D3">
              <a:alpha val="50000"/>
            </a:srgbClr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59" name="テキスト ボックス 158">
            <a:extLst>
              <a:ext uri="{FF2B5EF4-FFF2-40B4-BE49-F238E27FC236}">
                <a16:creationId xmlns:a16="http://schemas.microsoft.com/office/drawing/2014/main" id="{A571D765-8345-84A4-3F5C-F8AC017F2C8A}"/>
              </a:ext>
            </a:extLst>
          </p:cNvPr>
          <p:cNvSpPr txBox="1"/>
          <p:nvPr/>
        </p:nvSpPr>
        <p:spPr>
          <a:xfrm>
            <a:off x="3444173" y="6453337"/>
            <a:ext cx="695029" cy="260618"/>
          </a:xfrm>
          <a:prstGeom prst="roundRect">
            <a:avLst/>
          </a:prstGeom>
          <a:solidFill>
            <a:srgbClr val="FFFFFF">
              <a:alpha val="78000"/>
            </a:srgbClr>
          </a:solidFill>
          <a:ln>
            <a:noFill/>
          </a:ln>
        </p:spPr>
        <p:txBody>
          <a:bodyPr vert="horz" wrap="none" lIns="36000" tIns="25200" rIns="36000" bIns="25200" rtlCol="0" anchor="ctr">
            <a:spAutoFit/>
          </a:bodyPr>
          <a:lstStyle>
            <a:defPPr>
              <a:defRPr lang="ja-JP"/>
            </a:defPPr>
            <a:lvl1pPr indent="0">
              <a:buNone/>
              <a:defRPr sz="1200" b="1"/>
            </a:lvl1pPr>
          </a:lstStyle>
          <a:p>
            <a:pPr marL="0" marR="0" lvl="0" indent="0" algn="ctr" defTabSz="91423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i="0" u="none" strike="noStrike" kern="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Open Sans"/>
                <a:ea typeface="源暎エムゴv2 Regular"/>
              </a:rPr>
              <a:t>情報商材</a:t>
            </a:r>
          </a:p>
        </p:txBody>
      </p:sp>
      <p:sp>
        <p:nvSpPr>
          <p:cNvPr id="160" name="テキスト ボックス 159">
            <a:extLst>
              <a:ext uri="{FF2B5EF4-FFF2-40B4-BE49-F238E27FC236}">
                <a16:creationId xmlns:a16="http://schemas.microsoft.com/office/drawing/2014/main" id="{DA247593-5331-A0A8-EC1D-B4E1FF53E640}"/>
              </a:ext>
            </a:extLst>
          </p:cNvPr>
          <p:cNvSpPr txBox="1"/>
          <p:nvPr/>
        </p:nvSpPr>
        <p:spPr>
          <a:xfrm>
            <a:off x="7404613" y="5085184"/>
            <a:ext cx="1229900" cy="260618"/>
          </a:xfrm>
          <a:prstGeom prst="roundRect">
            <a:avLst/>
          </a:prstGeom>
          <a:solidFill>
            <a:srgbClr val="FFFFFF">
              <a:alpha val="78000"/>
            </a:srgbClr>
          </a:solidFill>
          <a:ln>
            <a:noFill/>
          </a:ln>
        </p:spPr>
        <p:txBody>
          <a:bodyPr vert="horz" wrap="square" lIns="36000" tIns="25200" rIns="36000" bIns="25200" rtlCol="0" anchor="ctr">
            <a:spAutoFit/>
          </a:bodyPr>
          <a:lstStyle/>
          <a:p>
            <a:pPr marL="0" marR="0" lvl="0" indent="0" algn="ctr" defTabSz="91423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i="0" u="none" strike="noStrike" kern="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Open Sans"/>
                <a:ea typeface="源暎エムゴv2 Regular"/>
              </a:rPr>
              <a:t>スタートに戻る</a:t>
            </a:r>
          </a:p>
        </p:txBody>
      </p:sp>
      <p:sp>
        <p:nvSpPr>
          <p:cNvPr id="161" name="正方形/長方形 3">
            <a:extLst>
              <a:ext uri="{FF2B5EF4-FFF2-40B4-BE49-F238E27FC236}">
                <a16:creationId xmlns:a16="http://schemas.microsoft.com/office/drawing/2014/main" id="{BA363DAC-FD4B-6188-3F26-63EBAA066AE3}"/>
              </a:ext>
            </a:extLst>
          </p:cNvPr>
          <p:cNvSpPr/>
          <p:nvPr/>
        </p:nvSpPr>
        <p:spPr>
          <a:xfrm rot="5400000">
            <a:off x="5064353" y="5193196"/>
            <a:ext cx="144016" cy="2520280"/>
          </a:xfrm>
          <a:custGeom>
            <a:avLst>
              <a:gd name="adj" fmla="val -498672"/>
            </a:avLst>
            <a:gdLst>
              <a:gd name="maxAdj" fmla="*/ 100000 w ss"/>
              <a:gd name="a" fmla="+- 0 adj maxAdj"/>
              <a:gd name="x1" fmla="*/ ss a 200000"/>
              <a:gd name="x2" fmla="*/ adj 1 1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  <a:gd name="x7" fmla="+- r x2 0"/>
              <a:gd name="hd4t3" fmla="*/ hd4 3 1"/>
            </a:gdLst>
            <a:ahLst>
              <a:ahXY gdRefX="adj" minX="-2147483647" maxX="2147483647">
                <a:pos x="x2" y="t"/>
              </a:ahXY>
            </a:ahLst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il" t="it" r="ir" b="ib"/>
            <a:pathLst>
              <a:path>
                <a:moveTo>
                  <a:pt x="l" y="b"/>
                </a:moveTo>
                <a:cubicBezTo>
                  <a:pt x="l" y="hd4t3"/>
                  <a:pt x="x2" y="hd4"/>
                  <a:pt x="x2" y="t"/>
                </a:cubicBezTo>
                <a:lnTo>
                  <a:pt x="x2" y="t"/>
                </a:lnTo>
                <a:lnTo>
                  <a:pt x="x7" y="t"/>
                </a:lnTo>
                <a:cubicBezTo>
                  <a:pt x="x7" y="hd4"/>
                  <a:pt x="r" y="hd4t3"/>
                  <a:pt x="r" y="b"/>
                </a:cubicBezTo>
                <a:close/>
              </a:path>
            </a:pathLst>
          </a:custGeom>
          <a:solidFill>
            <a:srgbClr val="FFFFFF">
              <a:lumMod val="85000"/>
              <a:alpha val="20000"/>
            </a:srgbClr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62" name="正方形/長方形 3">
            <a:extLst>
              <a:ext uri="{FF2B5EF4-FFF2-40B4-BE49-F238E27FC236}">
                <a16:creationId xmlns:a16="http://schemas.microsoft.com/office/drawing/2014/main" id="{5F282E42-D7AE-9E12-1AE7-799B39B732F6}"/>
              </a:ext>
            </a:extLst>
          </p:cNvPr>
          <p:cNvSpPr/>
          <p:nvPr/>
        </p:nvSpPr>
        <p:spPr>
          <a:xfrm rot="5400000">
            <a:off x="8628749" y="1412776"/>
            <a:ext cx="720080" cy="1728192"/>
          </a:xfrm>
          <a:custGeom>
            <a:avLst>
              <a:gd name="adj" fmla="val 1009796"/>
            </a:avLst>
            <a:gdLst>
              <a:gd name="maxAdj" fmla="*/ 100000 w ss"/>
              <a:gd name="a" fmla="+- 0 adj maxAdj"/>
              <a:gd name="x1" fmla="*/ ss a 200000"/>
              <a:gd name="x2" fmla="*/ adj 1 1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  <a:gd name="x7" fmla="+- r x2 0"/>
              <a:gd name="hd4t3" fmla="*/ hd4 3 1"/>
            </a:gdLst>
            <a:ahLst>
              <a:ahXY gdRefX="adj" minX="-2147483647" maxX="2147483647">
                <a:pos x="x2" y="t"/>
              </a:ahXY>
            </a:ahLst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il" t="it" r="ir" b="ib"/>
            <a:pathLst>
              <a:path>
                <a:moveTo>
                  <a:pt x="l" y="b"/>
                </a:moveTo>
                <a:cubicBezTo>
                  <a:pt x="l" y="hd4t3"/>
                  <a:pt x="x2" y="hd4"/>
                  <a:pt x="x2" y="t"/>
                </a:cubicBezTo>
                <a:lnTo>
                  <a:pt x="x2" y="t"/>
                </a:lnTo>
                <a:lnTo>
                  <a:pt x="x7" y="t"/>
                </a:lnTo>
                <a:cubicBezTo>
                  <a:pt x="x7" y="hd4"/>
                  <a:pt x="r" y="hd4t3"/>
                  <a:pt x="r" y="b"/>
                </a:cubicBezTo>
                <a:close/>
              </a:path>
            </a:pathLst>
          </a:custGeom>
          <a:solidFill>
            <a:srgbClr val="D6D5D3">
              <a:alpha val="50000"/>
            </a:srgbClr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63" name="テキスト ボックス 162">
            <a:extLst>
              <a:ext uri="{FF2B5EF4-FFF2-40B4-BE49-F238E27FC236}">
                <a16:creationId xmlns:a16="http://schemas.microsoft.com/office/drawing/2014/main" id="{A86C95D3-309E-5456-2862-CC03CEC7AB2E}"/>
              </a:ext>
            </a:extLst>
          </p:cNvPr>
          <p:cNvSpPr txBox="1"/>
          <p:nvPr/>
        </p:nvSpPr>
        <p:spPr>
          <a:xfrm>
            <a:off x="7548629" y="2204864"/>
            <a:ext cx="930340" cy="260618"/>
          </a:xfrm>
          <a:prstGeom prst="roundRect">
            <a:avLst/>
          </a:prstGeom>
          <a:solidFill>
            <a:srgbClr val="FFFFFF">
              <a:alpha val="78000"/>
            </a:srgbClr>
          </a:solidFill>
          <a:ln>
            <a:noFill/>
          </a:ln>
        </p:spPr>
        <p:txBody>
          <a:bodyPr vert="horz" wrap="square" lIns="36000" tIns="25200" rIns="36000" bIns="25200" rtlCol="0" anchor="ctr">
            <a:spAutoFit/>
          </a:bodyPr>
          <a:lstStyle/>
          <a:p>
            <a:pPr marL="0" marR="0" lvl="0" indent="0" algn="ctr" defTabSz="91423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i="0" u="none" strike="noStrike" kern="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Open Sans"/>
                <a:ea typeface="源暎エムゴv2 Regular"/>
              </a:rPr>
              <a:t>楽しくなる</a:t>
            </a:r>
          </a:p>
        </p:txBody>
      </p:sp>
      <p:sp>
        <p:nvSpPr>
          <p:cNvPr id="164" name="正方形/長方形 163">
            <a:extLst>
              <a:ext uri="{FF2B5EF4-FFF2-40B4-BE49-F238E27FC236}">
                <a16:creationId xmlns:a16="http://schemas.microsoft.com/office/drawing/2014/main" id="{FE6E177D-EC75-A876-6E7A-B1F7107FAEA7}"/>
              </a:ext>
            </a:extLst>
          </p:cNvPr>
          <p:cNvSpPr/>
          <p:nvPr/>
        </p:nvSpPr>
        <p:spPr>
          <a:xfrm>
            <a:off x="9852885" y="2276872"/>
            <a:ext cx="228600" cy="2736304"/>
          </a:xfrm>
          <a:prstGeom prst="rect">
            <a:avLst/>
          </a:prstGeom>
          <a:solidFill>
            <a:srgbClr val="E1741C"/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65" name="テキスト ボックス 164">
            <a:extLst>
              <a:ext uri="{FF2B5EF4-FFF2-40B4-BE49-F238E27FC236}">
                <a16:creationId xmlns:a16="http://schemas.microsoft.com/office/drawing/2014/main" id="{A15F5E89-FC9C-0FC2-A5CD-DF23E3AE3833}"/>
              </a:ext>
            </a:extLst>
          </p:cNvPr>
          <p:cNvSpPr txBox="1"/>
          <p:nvPr/>
        </p:nvSpPr>
        <p:spPr>
          <a:xfrm>
            <a:off x="9299510" y="3140968"/>
            <a:ext cx="1432951" cy="260618"/>
          </a:xfrm>
          <a:prstGeom prst="roundRect">
            <a:avLst/>
          </a:prstGeom>
          <a:solidFill>
            <a:srgbClr val="FFFFFF">
              <a:alpha val="78000"/>
            </a:srgbClr>
          </a:solidFill>
          <a:ln>
            <a:noFill/>
          </a:ln>
        </p:spPr>
        <p:txBody>
          <a:bodyPr vert="horz" wrap="none" lIns="36000" tIns="25200" rIns="36000" bIns="25200" rtlCol="0" anchor="ctr">
            <a:spAutoFit/>
          </a:bodyPr>
          <a:lstStyle>
            <a:defPPr>
              <a:defRPr lang="ja-JP"/>
            </a:defPPr>
            <a:lvl1pPr indent="0">
              <a:buNone/>
              <a:defRPr sz="1200" b="1"/>
            </a:lvl1pPr>
          </a:lstStyle>
          <a:p>
            <a:pPr marL="0" marR="0" lvl="0" indent="0" algn="ctr" defTabSz="91423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i="0" u="none" strike="noStrike" kern="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Open Sans"/>
                <a:ea typeface="源暎エムゴv2 Regular"/>
              </a:rPr>
              <a:t>「</a:t>
            </a:r>
            <a:r>
              <a:rPr kumimoji="0" lang="en-US" altLang="ja-JP" sz="1200" b="1" i="0" u="none" strike="noStrike" kern="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Open Sans"/>
                <a:ea typeface="源暎エムゴv2 Regular"/>
              </a:rPr>
              <a:t>IT</a:t>
            </a:r>
            <a:r>
              <a:rPr kumimoji="0" lang="ja-JP" altLang="en-US" sz="1200" b="1" i="0" u="none" strike="noStrike" kern="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Open Sans"/>
                <a:ea typeface="源暎エムゴv2 Regular"/>
              </a:rPr>
              <a:t>エンジニアです」</a:t>
            </a:r>
            <a:endParaRPr kumimoji="0" lang="en-US" altLang="ja-JP" sz="1200" b="1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"/>
              <a:ea typeface="源暎エムゴv2 Regular"/>
            </a:endParaRPr>
          </a:p>
        </p:txBody>
      </p:sp>
      <p:sp>
        <p:nvSpPr>
          <p:cNvPr id="166" name="テキスト ボックス 165">
            <a:extLst>
              <a:ext uri="{FF2B5EF4-FFF2-40B4-BE49-F238E27FC236}">
                <a16:creationId xmlns:a16="http://schemas.microsoft.com/office/drawing/2014/main" id="{13C19868-C07F-1E4C-8A70-27BF40096307}"/>
              </a:ext>
            </a:extLst>
          </p:cNvPr>
          <p:cNvSpPr txBox="1"/>
          <p:nvPr/>
        </p:nvSpPr>
        <p:spPr>
          <a:xfrm>
            <a:off x="7548629" y="6502484"/>
            <a:ext cx="930340" cy="260618"/>
          </a:xfrm>
          <a:prstGeom prst="roundRect">
            <a:avLst/>
          </a:prstGeom>
          <a:solidFill>
            <a:srgbClr val="FFFFFF">
              <a:alpha val="78000"/>
            </a:srgbClr>
          </a:solidFill>
          <a:ln>
            <a:noFill/>
          </a:ln>
        </p:spPr>
        <p:txBody>
          <a:bodyPr vert="horz" wrap="square" lIns="36000" tIns="25200" rIns="36000" bIns="25200" rtlCol="0" anchor="ctr">
            <a:spAutoFit/>
          </a:bodyPr>
          <a:lstStyle/>
          <a:p>
            <a:pPr marL="0" marR="0" lvl="0" indent="0" algn="ctr" defTabSz="91423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i="0" u="none" strike="noStrike" kern="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Open Sans"/>
                <a:ea typeface="源暎エムゴv2 Regular"/>
              </a:rPr>
              <a:t>釣る側へ</a:t>
            </a:r>
          </a:p>
        </p:txBody>
      </p:sp>
      <p:sp>
        <p:nvSpPr>
          <p:cNvPr id="167" name="正方形/長方形 3">
            <a:extLst>
              <a:ext uri="{FF2B5EF4-FFF2-40B4-BE49-F238E27FC236}">
                <a16:creationId xmlns:a16="http://schemas.microsoft.com/office/drawing/2014/main" id="{92A617C0-1E9C-1903-182A-DE7DCD4C6014}"/>
              </a:ext>
            </a:extLst>
          </p:cNvPr>
          <p:cNvSpPr/>
          <p:nvPr/>
        </p:nvSpPr>
        <p:spPr>
          <a:xfrm rot="5400000">
            <a:off x="8808769" y="584684"/>
            <a:ext cx="216024" cy="1872208"/>
          </a:xfrm>
          <a:custGeom>
            <a:avLst>
              <a:gd name="adj" fmla="val 1304436"/>
            </a:avLst>
            <a:gdLst>
              <a:gd name="maxAdj" fmla="*/ 100000 w ss"/>
              <a:gd name="a" fmla="+- 0 adj maxAdj"/>
              <a:gd name="x1" fmla="*/ ss a 200000"/>
              <a:gd name="x2" fmla="*/ adj 1 1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  <a:gd name="x7" fmla="+- r x2 0"/>
              <a:gd name="hd4t3" fmla="*/ hd4 3 1"/>
            </a:gdLst>
            <a:ahLst>
              <a:ahXY gdRefX="adj" minX="-2147483647" maxX="2147483647">
                <a:pos x="x2" y="t"/>
              </a:ahXY>
            </a:ahLst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il" t="it" r="ir" b="ib"/>
            <a:pathLst>
              <a:path>
                <a:moveTo>
                  <a:pt x="l" y="b"/>
                </a:moveTo>
                <a:cubicBezTo>
                  <a:pt x="l" y="hd4t3"/>
                  <a:pt x="x2" y="hd4"/>
                  <a:pt x="x2" y="t"/>
                </a:cubicBezTo>
                <a:lnTo>
                  <a:pt x="x2" y="t"/>
                </a:lnTo>
                <a:lnTo>
                  <a:pt x="x7" y="t"/>
                </a:lnTo>
                <a:cubicBezTo>
                  <a:pt x="x7" y="hd4"/>
                  <a:pt x="r" y="hd4t3"/>
                  <a:pt x="r" y="b"/>
                </a:cubicBezTo>
                <a:close/>
              </a:path>
            </a:pathLst>
          </a:custGeom>
          <a:solidFill>
            <a:srgbClr val="D6D5D3">
              <a:alpha val="50000"/>
            </a:srgbClr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68" name="正方形/長方形 167">
            <a:extLst>
              <a:ext uri="{FF2B5EF4-FFF2-40B4-BE49-F238E27FC236}">
                <a16:creationId xmlns:a16="http://schemas.microsoft.com/office/drawing/2014/main" id="{CD1F1B24-FE79-213C-8B5E-D55365B51365}"/>
              </a:ext>
            </a:extLst>
          </p:cNvPr>
          <p:cNvSpPr/>
          <p:nvPr/>
        </p:nvSpPr>
        <p:spPr>
          <a:xfrm>
            <a:off x="9132805" y="1268760"/>
            <a:ext cx="216024" cy="432047"/>
          </a:xfrm>
          <a:prstGeom prst="rect">
            <a:avLst/>
          </a:prstGeom>
          <a:solidFill>
            <a:srgbClr val="F4CFEC"/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69" name="テキスト ボックス 168">
            <a:extLst>
              <a:ext uri="{FF2B5EF4-FFF2-40B4-BE49-F238E27FC236}">
                <a16:creationId xmlns:a16="http://schemas.microsoft.com/office/drawing/2014/main" id="{F43EF308-B6D7-4A87-3A8B-8A22D9CE3CF0}"/>
              </a:ext>
            </a:extLst>
          </p:cNvPr>
          <p:cNvSpPr txBox="1"/>
          <p:nvPr/>
        </p:nvSpPr>
        <p:spPr>
          <a:xfrm>
            <a:off x="8700757" y="1340768"/>
            <a:ext cx="1152128" cy="260618"/>
          </a:xfrm>
          <a:prstGeom prst="roundRect">
            <a:avLst/>
          </a:prstGeom>
          <a:solidFill>
            <a:srgbClr val="FFFFFF">
              <a:alpha val="78000"/>
            </a:srgbClr>
          </a:solidFill>
          <a:ln>
            <a:noFill/>
          </a:ln>
        </p:spPr>
        <p:txBody>
          <a:bodyPr vert="horz" wrap="square" lIns="36000" tIns="25200" rIns="36000" bIns="25200" rtlCol="0" anchor="ctr">
            <a:spAutoFit/>
          </a:bodyPr>
          <a:lstStyle/>
          <a:p>
            <a:pPr marL="0" marR="0" lvl="0" indent="0" algn="ctr" defTabSz="91423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i="0" u="none" strike="noStrike" kern="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Open Sans"/>
                <a:ea typeface="源暎エムゴv2 Regular"/>
              </a:rPr>
              <a:t>コンサル崩れ</a:t>
            </a:r>
          </a:p>
        </p:txBody>
      </p:sp>
      <p:sp>
        <p:nvSpPr>
          <p:cNvPr id="170" name="テキスト ボックス 169">
            <a:extLst>
              <a:ext uri="{FF2B5EF4-FFF2-40B4-BE49-F238E27FC236}">
                <a16:creationId xmlns:a16="http://schemas.microsoft.com/office/drawing/2014/main" id="{BD9979D5-5717-8C87-9280-1A6F22D193CA}"/>
              </a:ext>
            </a:extLst>
          </p:cNvPr>
          <p:cNvSpPr txBox="1"/>
          <p:nvPr/>
        </p:nvSpPr>
        <p:spPr>
          <a:xfrm>
            <a:off x="4577171" y="2492898"/>
            <a:ext cx="545050" cy="260618"/>
          </a:xfrm>
          <a:prstGeom prst="roundRect">
            <a:avLst/>
          </a:prstGeom>
          <a:solidFill>
            <a:srgbClr val="FFFFFF">
              <a:alpha val="78000"/>
            </a:srgbClr>
          </a:solidFill>
          <a:ln>
            <a:noFill/>
          </a:ln>
        </p:spPr>
        <p:txBody>
          <a:bodyPr vert="horz" wrap="none" lIns="36000" tIns="25200" rIns="36000" bIns="25200" rtlCol="0" anchor="ctr">
            <a:spAutoFit/>
          </a:bodyPr>
          <a:lstStyle>
            <a:defPPr>
              <a:defRPr lang="ja-JP"/>
            </a:defPPr>
            <a:lvl1pPr indent="0">
              <a:buNone/>
              <a:defRPr sz="1200" b="1"/>
            </a:lvl1pPr>
          </a:lstStyle>
          <a:p>
            <a:pPr marL="0" marR="0" lvl="0" indent="0" algn="ctr" defTabSz="91423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i="0" u="none" strike="noStrike" kern="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Open Sans"/>
                <a:ea typeface="源暎エムゴv2 Regular"/>
              </a:rPr>
              <a:t>とほほ</a:t>
            </a:r>
            <a:endParaRPr kumimoji="0" lang="en-US" altLang="ja-JP" sz="1200" b="1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"/>
              <a:ea typeface="源暎エムゴv2 Regular"/>
            </a:endParaRPr>
          </a:p>
        </p:txBody>
      </p:sp>
      <p:sp>
        <p:nvSpPr>
          <p:cNvPr id="171" name="正方形/長方形 170">
            <a:extLst>
              <a:ext uri="{FF2B5EF4-FFF2-40B4-BE49-F238E27FC236}">
                <a16:creationId xmlns:a16="http://schemas.microsoft.com/office/drawing/2014/main" id="{0CF3222E-99C9-69AE-844D-339831AAD8A7}"/>
              </a:ext>
            </a:extLst>
          </p:cNvPr>
          <p:cNvSpPr/>
          <p:nvPr/>
        </p:nvSpPr>
        <p:spPr>
          <a:xfrm>
            <a:off x="9132805" y="5517232"/>
            <a:ext cx="216024" cy="576064"/>
          </a:xfrm>
          <a:prstGeom prst="rect">
            <a:avLst/>
          </a:prstGeom>
          <a:solidFill>
            <a:srgbClr val="F4CFEC"/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72" name="テキスト ボックス 171">
            <a:extLst>
              <a:ext uri="{FF2B5EF4-FFF2-40B4-BE49-F238E27FC236}">
                <a16:creationId xmlns:a16="http://schemas.microsoft.com/office/drawing/2014/main" id="{DEC68159-4AD2-3F40-BF46-CB76F3C34712}"/>
              </a:ext>
            </a:extLst>
          </p:cNvPr>
          <p:cNvSpPr txBox="1"/>
          <p:nvPr/>
        </p:nvSpPr>
        <p:spPr>
          <a:xfrm>
            <a:off x="8772765" y="5589240"/>
            <a:ext cx="1014584" cy="464929"/>
          </a:xfrm>
          <a:prstGeom prst="roundRect">
            <a:avLst/>
          </a:prstGeom>
          <a:solidFill>
            <a:srgbClr val="FFFFFF">
              <a:alpha val="78000"/>
            </a:srgbClr>
          </a:solidFill>
          <a:ln>
            <a:noFill/>
          </a:ln>
        </p:spPr>
        <p:txBody>
          <a:bodyPr vert="horz" wrap="none" lIns="36000" tIns="25200" rIns="36000" bIns="25200" rtlCol="0" anchor="ctr">
            <a:noAutofit/>
          </a:bodyPr>
          <a:lstStyle/>
          <a:p>
            <a:pPr marL="0" marR="0" lvl="0" indent="0" algn="ctr" defTabSz="91423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i="0" u="none" strike="noStrike" kern="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Open Sans"/>
                <a:ea typeface="源暎エムゴv2 Regular"/>
              </a:rPr>
              <a:t>何も知らない</a:t>
            </a:r>
            <a:endParaRPr kumimoji="0" lang="en-US" altLang="ja-JP" sz="1200" b="1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"/>
              <a:ea typeface="源暎エムゴv2 Regular"/>
            </a:endParaRPr>
          </a:p>
          <a:p>
            <a:pPr marL="0" marR="0" lvl="0" indent="0" algn="ctr" defTabSz="91423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i="0" u="none" strike="noStrike" kern="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Open Sans"/>
                <a:ea typeface="源暎エムゴv2 Regular"/>
              </a:rPr>
              <a:t>未経験</a:t>
            </a:r>
          </a:p>
        </p:txBody>
      </p:sp>
      <p:sp>
        <p:nvSpPr>
          <p:cNvPr id="173" name="正方形/長方形 172">
            <a:extLst>
              <a:ext uri="{FF2B5EF4-FFF2-40B4-BE49-F238E27FC236}">
                <a16:creationId xmlns:a16="http://schemas.microsoft.com/office/drawing/2014/main" id="{ADD99BD8-A9BE-B273-94FA-B473AADBD38B}"/>
              </a:ext>
            </a:extLst>
          </p:cNvPr>
          <p:cNvSpPr/>
          <p:nvPr/>
        </p:nvSpPr>
        <p:spPr>
          <a:xfrm>
            <a:off x="9132805" y="6165304"/>
            <a:ext cx="216024" cy="576064"/>
          </a:xfrm>
          <a:prstGeom prst="rect">
            <a:avLst/>
          </a:prstGeom>
          <a:solidFill>
            <a:srgbClr val="F4CFEC"/>
          </a:solidFill>
          <a:ln w="6350" cap="rnd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7778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 Bold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74" name="テキスト ボックス 173">
            <a:extLst>
              <a:ext uri="{FF2B5EF4-FFF2-40B4-BE49-F238E27FC236}">
                <a16:creationId xmlns:a16="http://schemas.microsoft.com/office/drawing/2014/main" id="{7E9D2F27-7245-59C0-3852-6CB73E1FD1FE}"/>
              </a:ext>
            </a:extLst>
          </p:cNvPr>
          <p:cNvSpPr txBox="1"/>
          <p:nvPr/>
        </p:nvSpPr>
        <p:spPr>
          <a:xfrm>
            <a:off x="8772765" y="6237312"/>
            <a:ext cx="1014584" cy="464929"/>
          </a:xfrm>
          <a:prstGeom prst="roundRect">
            <a:avLst/>
          </a:prstGeom>
          <a:solidFill>
            <a:srgbClr val="FFFFFF">
              <a:alpha val="78000"/>
            </a:srgbClr>
          </a:solidFill>
          <a:ln>
            <a:noFill/>
          </a:ln>
        </p:spPr>
        <p:txBody>
          <a:bodyPr vert="horz" wrap="none" lIns="36000" tIns="25200" rIns="36000" bIns="25200" rtlCol="0" anchor="ctr">
            <a:noAutofit/>
          </a:bodyPr>
          <a:lstStyle/>
          <a:p>
            <a:pPr marL="0" marR="0" lvl="0" indent="0" algn="ctr" defTabSz="91423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i="0" u="none" strike="noStrike" kern="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Open Sans"/>
                <a:ea typeface="源暎エムゴv2 Regular"/>
              </a:rPr>
              <a:t>プロ驚き屋</a:t>
            </a:r>
            <a:endParaRPr kumimoji="0" lang="en-US" altLang="ja-JP" sz="1200" b="1" i="0" u="none" strike="noStrike" kern="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Open Sans"/>
              <a:ea typeface="源暎エムゴv2 Regular"/>
            </a:endParaRPr>
          </a:p>
          <a:p>
            <a:pPr marL="0" marR="0" lvl="0" indent="0" algn="ctr" defTabSz="91423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i="0" u="none" strike="noStrike" kern="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Open Sans"/>
                <a:ea typeface="源暎エムゴv2 Regular"/>
              </a:rPr>
              <a:t>詐欺師</a:t>
            </a:r>
          </a:p>
        </p:txBody>
      </p:sp>
    </p:spTree>
    <p:extLst>
      <p:ext uri="{BB962C8B-B14F-4D97-AF65-F5344CB8AC3E}">
        <p14:creationId xmlns:p14="http://schemas.microsoft.com/office/powerpoint/2010/main" val="84336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</Words>
  <Application>Microsoft Office PowerPoint</Application>
  <PresentationFormat>ワイド画面</PresentationFormat>
  <Paragraphs>27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游ゴシック</vt:lpstr>
      <vt:lpstr>游ゴシック Light</vt:lpstr>
      <vt:lpstr>Arial</vt:lpstr>
      <vt:lpstr>Open Sans</vt:lpstr>
      <vt:lpstr>Open Sans Bold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2025-12-07T05:44:29Z</dcterms:created>
  <dcterms:modified xsi:type="dcterms:W3CDTF">2025-12-07T05:52:36Z</dcterms:modified>
</cp:coreProperties>
</file>